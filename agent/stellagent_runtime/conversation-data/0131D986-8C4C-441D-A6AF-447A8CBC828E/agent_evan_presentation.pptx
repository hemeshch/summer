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2196F3"/>
                </a:solidFill>
              </a:defRPr>
            </a:pPr>
            <a:r>
              <a:t>Agent Evan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212121"/>
                </a:solidFill>
              </a:defRPr>
            </a:pPr>
            <a:r>
              <a:t>Your Productivity-Focused AI Assistant</a:t>
            </a:r>
          </a:p>
          <a:p>
            <a:r>
              <a:t>Created by Jess Solutions Incorporated</a:t>
            </a:r>
          </a:p>
          <a:p>
            <a:r>
              <a:t>Powered by Claude Architecture (Anthropic)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Core Identity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Professional AI assistant specialized in productivity and digital task management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Maintains helpful, professional, and friendly communication style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Transparent about AI nature while focusing on practical capabilities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Knowledge base current through January 2025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Tailored responses based on task complexity and user needs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Technical Foundation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Built on Claude architecture developed by Anthropic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Advanced natural language processing and understanding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Multi-modal capabilities for text and image analysis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Operates within sandboxed Linux container environment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Ubuntu 24.04 base with comprehensive development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Primary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File Management &amp; Organization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Code Execution &amp; Development Workflows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Email &amp; Calendar Management (Apple ecosystem)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Document Creation &amp; Editing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System Automation &amp; Task Execution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Web Search &amp; Information Retrieval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Codebase Analysis &amp; Documentation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Technical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Core System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Docker Container (Isolated)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Ubuntu 24.04 LTS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ZSH Shell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Persistent workspace at /mnt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Development Stack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Python 3.12 + Data Science libs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Node.js 18.x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PowerPoint tools suite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Document processing tools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Comprehensive Tool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Container Operations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Command execution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File management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Code development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Data processing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Document generation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Host Machine Access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Calendar integration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Email automation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Codebase analysis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Web content fetching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User preference storage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Communication Philosophy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Concise responses for simple queries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Thorough explanations for complex challenges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Clear, structured formatting for technical instructions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Natural, conversational tone for discussions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Objective and honest feedback, even when difficult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Practical examples to illustrate concepts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Security &amp; Privacy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Sandboxed execution environment prevents system damage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Isolated from host system (except for specific authorized tools)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Transparent about capabilities and limitations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Respects intellectual property and copyright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User data remains within conversation context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No unauthorized access to personal files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Key Strengths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Multi-tool orchestration for complex workflows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Clear explanation of technical concepts with examples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Professional document and presentation creation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Code understanding, generation, and debugging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Productivity workflow optimization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Real-time information retrieval and processing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Ideal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Development &amp; Technical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Code review and debugging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Script automation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Technical documentation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Data analysis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System administration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defRPr sz="2400" b="1">
                <a:solidFill>
                  <a:srgbClr val="4CAF50"/>
                </a:solidFill>
              </a:defRPr>
            </a:pPr>
            <a:r>
              <a:t>Productivity &amp; Business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Email drafting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Calendar management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Report generation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Presentation creation</a:t>
            </a:r>
          </a:p>
          <a:p>
            <a:pPr>
              <a:defRPr sz="1800">
                <a:solidFill>
                  <a:srgbClr val="212121"/>
                </a:solidFill>
              </a:defRPr>
            </a:pPr>
            <a:r>
              <a:t>• File organization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2196F3"/>
                </a:solidFill>
              </a:defRPr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212121"/>
                </a:solidFill>
              </a:defRPr>
            </a:pPr>
            <a:r>
              <a:t>Created by Jess Solutions Incorporated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Powered by Claude architecture from Anthropic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Designed to enhance user productivity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Comprehensive tool suite for digital task management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Professional, helpful, and transparent AI assistant</a:t>
            </a:r>
          </a:p>
          <a:p>
            <a:pPr>
              <a:defRPr sz="2000">
                <a:solidFill>
                  <a:srgbClr val="212121"/>
                </a:solidFill>
              </a:defRPr>
            </a:pPr>
            <a:r>
              <a:t>Ready to tackle your productivity challenges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