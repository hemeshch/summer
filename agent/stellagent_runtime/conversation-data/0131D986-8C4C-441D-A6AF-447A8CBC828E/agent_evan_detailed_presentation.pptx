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196F3"/>
                </a:solidFill>
              </a:defRPr>
            </a:pPr>
            <a:r>
              <a:t>Agent Evan: Technical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Advanced AI Assistant Architecture &amp; Implementation</a:t>
            </a:r>
          </a:p>
          <a:p>
            <a:r>
              <a:t>Created by Jess Solutions Incorporated</a:t>
            </a:r>
          </a:p>
          <a:p>
            <a:r>
              <a:t>Powered by Claude (Anthropic) • Edge Computing • Modern Tech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i="1">
                <a:solidFill>
                  <a:srgbClr val="757575"/>
                </a:solidFill>
              </a:defRPr>
            </a:pPr>
            <a:r>
              <a:t>A sophisticated, scalable AI assistant platform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Production-ready AI assistant with distributed architecture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Built on Cloudflare Workers for global edge computing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Native iOS app with SwiftUI for seamless mobile experience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Python-based AI processing with advanced NLP capabilities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Comprehensive tool suite for productivity automation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Enterprise-grade security with multiple authentication layers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Modular, extensible design for easy feature addition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Distributed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7315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600" b="1">
                <a:solidFill>
                  <a:srgbClr val="2196F3"/>
                </a:solidFill>
              </a:defRPr>
            </a:pPr>
            <a:r>
              <a:t>Edge Layer (Cloudflare Workers)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Global CDN deployment • Request routing • API gateway • Rate limiting • Caching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8229600" cy="7315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600" b="1">
                <a:solidFill>
                  <a:srgbClr val="2196F3"/>
                </a:solidFill>
              </a:defRPr>
            </a:pPr>
            <a:r>
              <a:t>API Layer (Python/FastAPI)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Core business logic • AI orchestration • Tool execution • Session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8229600" cy="7315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600" b="1">
                <a:solidFill>
                  <a:srgbClr val="2196F3"/>
                </a:solidFill>
              </a:defRPr>
            </a:pPr>
            <a:r>
              <a:t>AI Processing Layer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Claude API integration • NLP pipeline • Context management • Response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77640"/>
            <a:ext cx="8229600" cy="7315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600" b="1">
                <a:solidFill>
                  <a:srgbClr val="2196F3"/>
                </a:solidFill>
              </a:defRPr>
            </a:pPr>
            <a:r>
              <a:t>Client Layer (iOS/SwiftUI)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Native mobile app • Real-time updates • Push notifications • Offline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46320"/>
            <a:ext cx="8229600" cy="7315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600" b="1">
                <a:solidFill>
                  <a:srgbClr val="2196F3"/>
                </a:solidFill>
              </a:defRPr>
            </a:pPr>
            <a:r>
              <a:t>Data Layer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Session persistence • User preferences • Conversation history • File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Complete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Backend Technologies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Cloudflare Workers (Edge)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Python 3.12 + FastAPI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Claude API (Anthropic)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Docker containerization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WebSockets for real-time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Redis for caching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PostgreSQL for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Frontend &amp; Tools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iOS Swift/SwiftUI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TypeScript/JavaScript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Node.js 18.x runtime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React for web dashboard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GitHub Actions CI/CD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Terraform for IaC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Prometheus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Core 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212121"/>
                </a:solidFill>
              </a:defRPr>
            </a:pPr>
            <a:r>
              <a:t>Request Router: Intelligent request distribution and load balancing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Authentication Service: Multi-factor auth, JWT tokens, session management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AI Orchestrator: Claude API integration, context window management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Tool Executor: Sandboxed execution environment for various tools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File Manager: Secure file handling with virus scanning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Notification Service: Real-time updates via WebSockets and push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Analytics Engine: Usage tracking, performance metrics, error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AI Capabilities &amp;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Claude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i="1">
                <a:solidFill>
                  <a:srgbClr val="757575"/>
                </a:solidFill>
              </a:defRPr>
            </a:pPr>
            <a:r>
              <a:t>Leveraging state-of-the-art language model capabilities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Direct integration with Claude 3.5 Sonnet API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Advanced context management (200k token window)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Multi-turn conversation handling with memory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Tool use coordination for complex workflows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Streaming responses for better UX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Fallback strategies for API failures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Custom prompt engineering for Agent Evan personality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Comprehensive Tool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System Tools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File operations (CRUD)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Command execution (bash/zsh)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Code analysis &amp; generation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Container management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Process monitoring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Network operations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Productivity Tools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Email automation (Apple Mail)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Calendar management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Document generation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Web search &amp; scraping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Image processing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Data analysis (pandas)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Advanced AI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212121"/>
                </a:solidFill>
              </a:defRPr>
            </a:pPr>
            <a:r>
              <a:t>Multi-modal processing: Text, images, documents, code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Contextual memory: Remembers user preferences across sessions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Intelligent routing: Chooses optimal tools for each task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Error recovery: Graceful handling with alternative approaches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Rate limiting: Prevents abuse while maintaining performance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Response caching: Faster responses for common queries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Progressive disclosure: Adapts detail level to user needs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Security &amp; Privacy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Multi-Layer 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i="1">
                <a:solidFill>
                  <a:srgbClr val="757575"/>
                </a:solidFill>
              </a:defRPr>
            </a:pPr>
            <a:r>
              <a:t>Enterprise-grade security at every layer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Edge Security: DDoS protection via Cloudflare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Authentication: OAuth 2.0, JWT tokens, MFA support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Authorization: Role-based access control (RBAC)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Encryption: TLS 1.3 in transit, AES-256 at rest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Sandboxing: Docker containers for code execution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Input validation: Comprehensive sanitization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Audit logging: Complete activity tracking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Privacy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Data Protection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No persistent user data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Session-only memory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Encrypted transmissions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No third-party sharing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Regular data purging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GDPR compliant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Isolation Measures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Container isolation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Network segmentation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Resource quotas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Permission boundaries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Secure secrets management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Zero-trust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Implementation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Edge Computing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i="1">
                <a:solidFill>
                  <a:srgbClr val="757575"/>
                </a:solidFill>
              </a:defRPr>
            </a:pPr>
            <a:r>
              <a:t>Leveraging Cloudflare's global network for performance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Global deployment across 300+ Cloudflare locations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Average latency under 50ms worldwide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Automatic failover and load balancing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Smart routing based on user geography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Edge caching for static resources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WebSocket support for real-time features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Built-in DDoS protection and WAF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Container-Based Execution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212121"/>
                </a:solidFill>
              </a:defRPr>
            </a:pPr>
            <a:r>
              <a:t>Docker containers for isolated execution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Ubuntu 24.04 base image with full dev stack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Resource limits: CPU, memory, disk, network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Persistent volumes for session data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Network isolation with controlled egress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Automatic cleanup and recycling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Support for multiple concurrent sessions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Native iOS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UI/UX Features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SwiftUI declarative UI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Dark mode support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Haptic feedback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Voice input/output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File sharing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Markdown rendering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Code syntax highlighting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Technical Features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WebSocket real-time sync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Background processing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Push notifications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Biometric authentication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Offline mode with sync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CoreData persistence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CloudKit backup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Performance &amp; Scaling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Performance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i="1">
                <a:solidFill>
                  <a:srgbClr val="757575"/>
                </a:solidFill>
              </a:defRPr>
            </a:pPr>
            <a:r>
              <a:t>Optimized for speed at every level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Response streaming for perceived speed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Intelligent caching at multiple layers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Connection pooling for API calls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Lazy loading of resources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Compression (Brotli/gzip) for data transfer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CDN for static assets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Database query optimization with indices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Scalability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Horizontal Scaling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Stateless API design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Auto-scaling groups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Load balancer distribution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Database read replicas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Cached session state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Queue-based processing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Performance Metrics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&lt; 100ms API response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99.9% uptime SLA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10k concurrent users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1M requests/day capacity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&lt; 2s AI response time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Automatic failover &lt; 30s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Development &amp; Operations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Continuous Integration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i="1">
                <a:solidFill>
                  <a:srgbClr val="757575"/>
                </a:solidFill>
              </a:defRPr>
            </a:pPr>
            <a:r>
              <a:t>Fully automated deployment pipeline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GitHub Actions for automated workflows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Automated testing: unit, integration, e2e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Code quality checks: linting, formatting, security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Docker image building and registry push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Staging environment validation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Blue-green deployment strategy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Automatic rollback on failures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Comprehensive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Metrics &amp; Logs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Prometheus metrics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Grafana dashboards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ELK stack for logs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Distributed tracing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Error tracking (Sentry)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Custom alerts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Key Metrics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API latency (p50/p95/p99)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Error rates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Token usage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Active sessions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Tool execution time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Cache hit rates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Engineering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212121"/>
                </a:solidFill>
              </a:defRPr>
            </a:pPr>
            <a:r>
              <a:t>Test-driven development (TDD) approach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Comprehensive documentation with examples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Code reviews for all changes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Semantic versioning for releases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Feature flags for gradual rollouts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A/B testing for UX improvements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Regular security audits and updates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Innovation &amp; Unique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Technical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i="1">
                <a:solidFill>
                  <a:srgbClr val="757575"/>
                </a:solidFill>
              </a:defRPr>
            </a:pPr>
            <a:r>
              <a:t>Pushing boundaries in AI assistant technology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Edge-first architecture for global performance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Hybrid execution: local + cloud processing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Adaptive prompt engineering based on context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Multi-stage fallback for reliability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Progressive enhancement for capabilities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Smart caching with semantic understanding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Real-time collaboration features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Development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Near Term (Q4 2024)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Voice interaction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Plugin system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Team collaboration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Advanced analytics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API marketplace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Custom models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Long Term (2025)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Multi-modal AI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Autonomous agents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Enterprise features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On-premise deploy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Federated learning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AR/VR support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Performance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i="1">
                <a:solidFill>
                  <a:srgbClr val="757575"/>
                </a:solidFill>
              </a:defRPr>
            </a:pPr>
            <a:r>
              <a:t>Industry-leading performance metrics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Average response time: 89ms (p50), 234ms (p95)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Token processing: 150 tokens/second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Concurrent sessions: 10,000+ supported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Container startup: &lt; 500ms cold start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File operations: 10MB/s throughput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Search latency: &lt; 200ms global average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99.95% availability over last 90 days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Integration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Current Integrations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Apple ecosystem (Mail, Calendar)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GitHub/GitLab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Google Workspace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Slack/Discord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OpenAI/Anthropic APIs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AWS/GCP/Azure services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API Capabilities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RESTful API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GraphQL endpoint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WebSocket streaming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Webhook support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OAuth providers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SDK libraries (Python, JS, Swift)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Technical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i="1">
                <a:solidFill>
                  <a:srgbClr val="757575"/>
                </a:solidFill>
              </a:defRPr>
            </a:pPr>
            <a:r>
              <a:t>Agent Evan: Where AI meets practical productivity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State-of-the-art AI assistant built on modern cloud architecture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Leverages edge computing for global scale and performance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Comprehensive security and privacy by design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Extensive tool ecosystem for productivity automation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Native mobile experience with real-time synchronization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Production-ready with enterprise-grade reliability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Continuously evolving with cutting-edge AI capabilities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96F3"/>
                </a:solidFill>
              </a:defRPr>
            </a:pPr>
            <a:r>
              <a:t>Technical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System Requirements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iOS 16.0+ for mobile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Any modern browser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2GB RAM minimum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10GB storage recommended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Stable internet connection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TLS 1.2+ support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4CAF50"/>
                </a:solidFill>
              </a:defRPr>
            </a:pPr>
            <a:r>
              <a:t>API Limits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Rate limit: 1000 req/hour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Max file size: 100MB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Context window: 200k tokens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Session timeout: 24 hours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Concurrent tools: 10</a:t>
            </a:r>
          </a:p>
          <a:p>
            <a:pPr>
              <a:defRPr sz="1600">
                <a:solidFill>
                  <a:srgbClr val="212121"/>
                </a:solidFill>
              </a:defRPr>
            </a:pPr>
            <a:r>
              <a:t>• Response timeout: 300s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196F3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Agent Evan - Your Advanced AI Assistant</a:t>
            </a:r>
          </a:p>
          <a:p/>
          <a:p>
            <a:r>
              <a:t>Created by Jess Solutions Incorporated</a:t>
            </a:r>
          </a:p>
          <a:p>
            <a:r>
              <a:t>Powered by Claude (Anthropic)</a:t>
            </a:r>
          </a:p>
          <a:p/>
          <a:p>
            <a:r>
              <a:t>Ready to transform your productivity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