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 Evan</a:t>
            </a:r>
          </a:p>
          <a:p>
            <a:r>
              <a:t>Technical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Assistant System Design &amp; Implementation</a:t>
            </a:r>
          </a:p>
          <a:p>
            <a:r>
              <a:t>Powered by Claude • Developed by Jess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74320" cy="2743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0" y="1371600"/>
            <a:ext cx="27432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274320" rIns="274320" tIns="182880" bIns="182880"/>
          <a:lstStyle/>
          <a:p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🤖  AI assistant focused on productivity and task automation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🏗️  Built on Claude architecture (Anthropic foundation)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💼  Developed by Jess Solutions Incorporated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🔒  Operates through sandboxed container environment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🔗  Integrates with host system for specific operations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💬  Natural language processing with tool-use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1F2C"/>
                </a:solidFill>
              </a:defRPr>
            </a:pPr>
            <a:r>
              <a:t>⚙️ Core Architecture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Language Model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Claude-based LLM</a:t>
            </a:r>
          </a:p>
          <a:p>
            <a:r>
              <a:t>• Natural language understanding</a:t>
            </a:r>
          </a:p>
          <a:p>
            <a:r>
              <a:t>• Context-aware responses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5176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Tool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0312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Function calling interface</a:t>
            </a:r>
          </a:p>
          <a:p>
            <a:r>
              <a:t>• Parameter validation</a:t>
            </a:r>
          </a:p>
          <a:p>
            <a:r>
              <a:t>• Execution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651760" cy="548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Execution 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Docker containerization</a:t>
            </a:r>
          </a:p>
          <a:p>
            <a:r>
              <a:t>• Isolated Linux workspace</a:t>
            </a:r>
          </a:p>
          <a:p>
            <a:r>
              <a:t>• Resource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🐳 Sandboxed Container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274320" rIns="274320" tIns="182880" bIns="182880"/>
          <a:lstStyle/>
          <a:p/>
          <a:p>
            <a:pPr>
              <a:spcAft>
                <a:spcPts val="800"/>
              </a:spcAft>
              <a:defRPr sz="2000" b="1">
                <a:solidFill>
                  <a:srgbClr val="3B82F6"/>
                </a:solidFill>
              </a:defRPr>
            </a:pPr>
            <a:r>
              <a:t>Technical Specifications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• Ubuntu 24.04 LTS base image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• ZSH shell for command execution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• Python 3.12 with data science libraries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• Node.js 18.x for JavaScript operations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• Persistent /mnt directory across session</a:t>
            </a:r>
          </a:p>
          <a:p>
            <a:br/>
            <a:pPr>
              <a:spcAft>
                <a:spcPts val="800"/>
              </a:spcAft>
              <a:defRPr sz="2000" b="1">
                <a:solidFill>
                  <a:srgbClr val="14B8A6"/>
                </a:solidFill>
              </a:defRPr>
            </a:pPr>
            <a:r>
              <a:t>Pre-installed Tools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• Document processing: pandoc, LibreOffice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• PowerPoint creation: python-pptx, pptxgenjs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• Image manipulation: ImageMagick</a:t>
            </a:r>
          </a:p>
          <a:p>
            <a:pPr lvl="1"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• Development tools: git, compilers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1F2C"/>
                </a:solidFill>
              </a:defRPr>
            </a:pPr>
            <a:r>
              <a:t>🔧 Integrated Tool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📁 File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6B7280"/>
                </a:solidFill>
              </a:defRPr>
            </a:pPr>
            <a:r>
              <a:t>• View, create, edit text files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• Navigate directories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• Image 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18872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80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⚡ System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6B7280"/>
                </a:solidFill>
              </a:defRPr>
            </a:pPr>
            <a:r>
              <a:t>• Execute shell commands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• Container monitoring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• Environment reset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18872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280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🌐 External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6B7280"/>
                </a:solidFill>
              </a:defRPr>
            </a:pPr>
            <a:r>
              <a:t>• Web search &amp; fetching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• Email sending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• Calendar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01752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1089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📊 Analysis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474720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6B7280"/>
                </a:solidFill>
              </a:defRPr>
            </a:pPr>
            <a:r>
              <a:t>• Codebase analysis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• Data processing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• Document conversion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Security &amp;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274320" rIns="274320" tIns="182880" bIns="182880"/>
          <a:lstStyle/>
          <a:p/>
          <a:p>
            <a:pPr>
              <a:spcAft>
                <a:spcPts val="600"/>
              </a:spcAft>
              <a:defRPr sz="1800" b="1">
                <a:solidFill>
                  <a:srgbClr val="191F2C"/>
                </a:solidFill>
              </a:defRPr>
            </a:pPr>
            <a:r>
              <a:t>🛡️ Container Isolation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Sandboxed Docker environment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No direct host filesystem access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Resource limits and constraints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Separate workspace per conversation</a:t>
            </a:r>
          </a:p>
          <a:p>
            <a:pPr>
              <a:spcAft>
                <a:spcPts val="600"/>
              </a:spcAft>
              <a:defRPr sz="1800" b="1">
                <a:solidFill>
                  <a:srgbClr val="191F2C"/>
                </a:solidFill>
              </a:defRPr>
            </a:pPr>
            <a:r>
              <a:t>🎯 Controlled Host Access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Specific tools for host operations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Explicit permission boundaries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Read-only codebase analysis</a:t>
            </a:r>
          </a:p>
          <a:p>
            <a:pPr>
              <a:spcAft>
                <a:spcPts val="600"/>
              </a:spcAft>
              <a:defRPr sz="1800" b="1">
                <a:solidFill>
                  <a:srgbClr val="191F2C"/>
                </a:solidFill>
              </a:defRPr>
            </a:pPr>
            <a:r>
              <a:t>🔒 Data Protection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Session-based isolation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No cross-conversation data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1F2C"/>
                </a:solidFill>
              </a:defRPr>
            </a:pPr>
            <a:r>
              <a:t>🔄 Request Processing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9202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1️⃣ Input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645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Natural language parsing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Intent recognition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Context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560320"/>
            <a:ext cx="9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B82F6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371600"/>
            <a:ext cx="19202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0" y="1371600"/>
            <a:ext cx="19202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4173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2️⃣ Planning &amp; Reasoning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011680"/>
            <a:ext cx="1645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Task decomposition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Tool selection logic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Parameter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60320"/>
            <a:ext cx="9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B82F6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371600"/>
            <a:ext cx="19202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4173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3️⃣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011680"/>
            <a:ext cx="1645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Function invocation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Result processing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Error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560320"/>
            <a:ext cx="9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B82F6"/>
                </a:solidFill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59" y="1371600"/>
            <a:ext cx="19202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59" y="1371600"/>
            <a:ext cx="19202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7999" y="14173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4️⃣ Response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19" y="2011680"/>
            <a:ext cx="1645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Result synthesis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Natural language formatting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Output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Memory &amp; Context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274320" rIns="274320" tIns="182880" bIns="182880"/>
          <a:lstStyle/>
          <a:p/>
          <a:p>
            <a:pPr>
              <a:spcAft>
                <a:spcPts val="600"/>
              </a:spcAft>
              <a:defRPr sz="1800" b="1">
                <a:solidFill>
                  <a:srgbClr val="14B8A6"/>
                </a:solidFill>
              </a:defRPr>
            </a:pPr>
            <a:r>
              <a:t>💭 Conversation Context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Full conversation history retention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Tool execution results tracking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Error and retry management</a:t>
            </a:r>
          </a:p>
          <a:p>
            <a:pPr>
              <a:spcAft>
                <a:spcPts val="600"/>
              </a:spcAft>
              <a:defRPr sz="1800" b="1">
                <a:solidFill>
                  <a:srgbClr val="14B8A6"/>
                </a:solidFill>
              </a:defRPr>
            </a:pPr>
            <a:r>
              <a:t>👤 User Memory System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Persistent fact storage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Cross-conversation memory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User preference tracking</a:t>
            </a:r>
          </a:p>
          <a:p>
            <a:pPr>
              <a:spcAft>
                <a:spcPts val="600"/>
              </a:spcAft>
              <a:defRPr sz="1800" b="1">
                <a:solidFill>
                  <a:srgbClr val="14B8A6"/>
                </a:solidFill>
              </a:defRPr>
            </a:pPr>
            <a:r>
              <a:t>📚 Knowledge Base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Training data up to January 2025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Real-time web search integration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Document analysis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💻 Technical Stack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274320" rIns="274320" tIns="182880" bIns="182880"/>
          <a:lstStyle/>
          <a:p/>
          <a:p>
            <a:pPr>
              <a:spcAft>
                <a:spcPts val="600"/>
              </a:spcAft>
              <a:defRPr sz="1800" b="1">
                <a:solidFill>
                  <a:srgbClr val="3B82F6"/>
                </a:solidFill>
              </a:defRPr>
            </a:pPr>
            <a:r>
              <a:t>🔤 Programming Languages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Python 3.12 - Primary scripting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JavaScript/Node.js - Web tools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Shell scripting - System operations</a:t>
            </a:r>
          </a:p>
          <a:p>
            <a:pPr>
              <a:spcAft>
                <a:spcPts val="600"/>
              </a:spcAft>
              <a:defRPr sz="1800" b="1">
                <a:solidFill>
                  <a:srgbClr val="3B82F6"/>
                </a:solidFill>
              </a:defRPr>
            </a:pPr>
            <a:r>
              <a:t>📦 Key Libraries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python-pptx - Presentation creation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pandas - Data manipulation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Pillow - Image processing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markitdown - Document conversion</a:t>
            </a:r>
          </a:p>
          <a:p>
            <a:pPr>
              <a:spcAft>
                <a:spcPts val="600"/>
              </a:spcAft>
              <a:defRPr sz="1800" b="1">
                <a:solidFill>
                  <a:srgbClr val="3B82F6"/>
                </a:solidFill>
              </a:defRPr>
            </a:pPr>
            <a:r>
              <a:t>🏗️ Infrastructure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Docker containerization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Linux-based execution environment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RESTful API 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⚡ Performance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274320" rIns="274320" tIns="182880" bIns="182880"/>
          <a:lstStyle/>
          <a:p/>
          <a:p>
            <a:pPr>
              <a:spcAft>
                <a:spcPts val="600"/>
              </a:spcAft>
              <a:defRPr sz="1800" b="1">
                <a:solidFill>
                  <a:srgbClr val="8B5CF6"/>
                </a:solidFill>
              </a:defRPr>
            </a:pPr>
            <a:r>
              <a:t>🚀 Response Generation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Context-aware processing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Streaming response capability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Multi-turn conversation support</a:t>
            </a:r>
          </a:p>
          <a:p>
            <a:pPr>
              <a:spcAft>
                <a:spcPts val="600"/>
              </a:spcAft>
              <a:defRPr sz="1800" b="1">
                <a:solidFill>
                  <a:srgbClr val="8B5CF6"/>
                </a:solidFill>
              </a:defRPr>
            </a:pPr>
            <a:r>
              <a:t>⏱️ Execution Limits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300-second default command timeout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10-minute codebase analysis timeout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File size handling up to 10MB</a:t>
            </a:r>
          </a:p>
          <a:p>
            <a:pPr>
              <a:spcAft>
                <a:spcPts val="600"/>
              </a:spcAft>
              <a:defRPr sz="1800" b="1">
                <a:solidFill>
                  <a:srgbClr val="8B5CF6"/>
                </a:solidFill>
              </a:defRPr>
            </a:pPr>
            <a:r>
              <a:t>⚙️ Optimization Features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Parallel tool execution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Result caching within session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Efficient memory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1F2C"/>
                </a:solidFill>
              </a:defRPr>
            </a:pPr>
            <a:r>
              <a:t>🎯 Primary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4747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73152" cy="1463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F2C"/>
                </a:solidFill>
              </a:defRPr>
            </a:pPr>
            <a:r>
              <a:t>📝 Document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6B7280"/>
                </a:solidFill>
              </a:defRPr>
            </a:pPr>
            <a:r>
              <a:t>• PowerPoint presentations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• Technical reports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• Data analysis docs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80160"/>
            <a:ext cx="34747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73152" cy="1463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4173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F2C"/>
                </a:solidFill>
              </a:defRPr>
            </a:pPr>
            <a:r>
              <a:t>💻 Development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78308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6B7280"/>
                </a:solidFill>
              </a:defRPr>
            </a:pPr>
            <a:r>
              <a:t>• Code writing &amp; debugging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• Codebase analysis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• Script automation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34747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73152" cy="1463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2461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F2C"/>
                </a:solidFill>
              </a:defRPr>
            </a:pPr>
            <a:r>
              <a:t>📧 Productivity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1188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6B7280"/>
                </a:solidFill>
              </a:defRPr>
            </a:pPr>
            <a:r>
              <a:t>• Email composition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• Calendar management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• File organization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108960"/>
            <a:ext cx="34747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3108960"/>
            <a:ext cx="73152" cy="1463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2461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F2C"/>
                </a:solidFill>
              </a:defRPr>
            </a:pPr>
            <a:r>
              <a:t>🔍 Information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61188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6B7280"/>
                </a:solidFill>
              </a:defRPr>
            </a:pPr>
            <a:r>
              <a:t>• Web research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• Data extraction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• Content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✨ Architecture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274320" rIns="274320" tIns="182880" bIns="182880"/>
          <a:lstStyle/>
          <a:p/>
          <a:p>
            <a:pPr>
              <a:spcAft>
                <a:spcPts val="600"/>
              </a:spcAft>
              <a:defRPr sz="1800" b="1">
                <a:solidFill>
                  <a:srgbClr val="3B82F6"/>
                </a:solidFill>
              </a:defRPr>
            </a:pPr>
            <a:r>
              <a:t>🔄 Flexibility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Extensible tool framework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Multiple language support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Adaptable to various workflows</a:t>
            </a:r>
          </a:p>
          <a:p>
            <a:pPr>
              <a:spcAft>
                <a:spcPts val="600"/>
              </a:spcAft>
              <a:defRPr sz="1800" b="1">
                <a:solidFill>
                  <a:srgbClr val="3B82F6"/>
                </a:solidFill>
              </a:defRPr>
            </a:pPr>
            <a:r>
              <a:t>🛡️ Reliability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Isolated execution environment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Error recovery mechanisms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Consistent performance</a:t>
            </a:r>
          </a:p>
          <a:p>
            <a:pPr>
              <a:spcAft>
                <a:spcPts val="600"/>
              </a:spcAft>
              <a:defRPr sz="1800" b="1">
                <a:solidFill>
                  <a:srgbClr val="3B82F6"/>
                </a:solidFill>
              </a:defRPr>
            </a:pPr>
            <a:r>
              <a:t>📈 Scalability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Container-based architecture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Modular component design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Efficient resource utilization</a:t>
            </a:r>
          </a:p>
          <a:p>
            <a:pPr>
              <a:spcAft>
                <a:spcPts val="600"/>
              </a:spcAft>
              <a:defRPr sz="1800" b="1">
                <a:solidFill>
                  <a:srgbClr val="3B82F6"/>
                </a:solidFill>
              </a:defRPr>
            </a:pPr>
            <a:r>
              <a:t>👥 User Experience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Natural language interface</a:t>
            </a:r>
          </a:p>
          <a:p>
            <a:pPr lvl="1"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Context-aware responses</a:t>
            </a:r>
          </a:p>
          <a:p>
            <a:pPr lvl="1"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Seamless tool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Agent Evan represents a sophisticated AI assistant architecture that: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93C5FD"/>
                </a:solidFill>
              </a:defRPr>
            </a:pPr>
            <a:r>
              <a:t>✅ Combines advanced language understanding with practical tool execution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93C5FD"/>
                </a:solidFill>
              </a:defRPr>
            </a:pPr>
            <a:r>
              <a:t>✅ Maintains security through containerized isolation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93C5FD"/>
                </a:solidFill>
              </a:defRPr>
            </a:pPr>
            <a:r>
              <a:t>✅ Provides comprehensive productivity capabilities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93C5FD"/>
                </a:solidFill>
              </a:defRPr>
            </a:pPr>
            <a:r>
              <a:t>✅ Integrates seamlessly with user workflows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93C5FD"/>
                </a:solidFill>
              </a:defRPr>
            </a:pPr>
            <a:r>
              <a:t>✅ Delivers consistent, reliable performance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 i="1">
                <a:solidFill>
                  <a:srgbClr val="93C5FD"/>
                </a:solidFill>
              </a:defRPr>
            </a:pPr>
            <a:r>
              <a:t>Built on Claude's foundation with custom enhancements by Jess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