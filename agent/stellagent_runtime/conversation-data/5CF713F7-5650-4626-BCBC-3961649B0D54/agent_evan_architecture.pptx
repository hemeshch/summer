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 Evan Technical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Assistant System Design &amp; Implementation</a:t>
            </a:r>
          </a:p>
          <a:p>
            <a:r>
              <a:t>Built on Claude Architecture by Anthropic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assistant focused on productivity and task automation</a:t>
            </a:r>
          </a:p>
          <a:p>
            <a:r>
              <a:t>• Built on Claude architecture (Anthropic foundation)</a:t>
            </a:r>
          </a:p>
          <a:p>
            <a:r>
              <a:t>• Developed by Jess Solutions Incorporated</a:t>
            </a:r>
          </a:p>
          <a:p>
            <a:r>
              <a:t>• Operates through sandboxed container environment</a:t>
            </a:r>
          </a:p>
          <a:p>
            <a:r>
              <a:t>• Integrates with host system for specific operations</a:t>
            </a:r>
          </a:p>
          <a:p>
            <a:r>
              <a:t>• Natural language processing with tool-use capabilities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Language Model Core</a:t>
            </a:r>
          </a:p>
          <a:p>
            <a:r>
              <a:t>   • Claude-based large language model</a:t>
            </a:r>
          </a:p>
          <a:p>
            <a:r>
              <a:t>   • Advanced natural language understanding</a:t>
            </a:r>
          </a:p>
          <a:p>
            <a:r>
              <a:t>   • Context-aware response generation</a:t>
            </a:r>
          </a:p>
          <a:p/>
          <a:p>
            <a:r>
              <a:t>2. Tool Integration Layer</a:t>
            </a:r>
          </a:p>
          <a:p>
            <a:r>
              <a:t>   • Function calling interface</a:t>
            </a:r>
          </a:p>
          <a:p>
            <a:r>
              <a:t>   • Parameter validation and execution</a:t>
            </a:r>
          </a:p>
          <a:p/>
          <a:p>
            <a:r>
              <a:t>3. Execution Environment</a:t>
            </a:r>
          </a:p>
          <a:p>
            <a:r>
              <a:t>   • Docker containerization</a:t>
            </a:r>
          </a:p>
          <a:p>
            <a:r>
              <a:t>   • Isolated Linux workspace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Sandboxed Container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Specifications:</a:t>
            </a:r>
          </a:p>
          <a:p>
            <a:r>
              <a:t>• Ubuntu 24.04 LTS base image</a:t>
            </a:r>
          </a:p>
          <a:p>
            <a:r>
              <a:t>• ZSH shell for command execution</a:t>
            </a:r>
          </a:p>
          <a:p>
            <a:r>
              <a:t>• Python 3.12 with data science libraries</a:t>
            </a:r>
          </a:p>
          <a:p>
            <a:r>
              <a:t>• Node.js 18.x for JavaScript operations</a:t>
            </a:r>
          </a:p>
          <a:p>
            <a:r>
              <a:t>• Persistent /mnt directory across session</a:t>
            </a:r>
          </a:p>
          <a:p/>
          <a:p>
            <a:r>
              <a:t>Pre-installed Tools:</a:t>
            </a:r>
          </a:p>
          <a:p>
            <a:r>
              <a:t>• Document processing: pandoc, LibreOffice</a:t>
            </a:r>
          </a:p>
          <a:p>
            <a:r>
              <a:t>• PowerPoint creation: python-pptx, pptxgenjs</a:t>
            </a:r>
          </a:p>
          <a:p>
            <a:r>
              <a:t>• Image manipulation: ImageMagick</a:t>
            </a:r>
          </a:p>
          <a:p>
            <a:r>
              <a:t>• Development tools: git, compilers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Tool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Management:</a:t>
            </a:r>
          </a:p>
          <a:p>
            <a:r>
              <a:t>• View, create, edit text files</a:t>
            </a:r>
          </a:p>
          <a:p>
            <a:r>
              <a:t>• Navigate directory structures</a:t>
            </a:r>
          </a:p>
          <a:p>
            <a:r>
              <a:t>• Image viewing and processing</a:t>
            </a:r>
          </a:p>
          <a:p/>
          <a:p>
            <a:r>
              <a:t>System Operations:</a:t>
            </a:r>
          </a:p>
          <a:p>
            <a:r>
              <a:t>• Execute shell commands (ZSH)</a:t>
            </a:r>
          </a:p>
          <a:p>
            <a:r>
              <a:t>• Container status monitoring</a:t>
            </a:r>
          </a:p>
          <a:p>
            <a:r>
              <a:t>• Environment reset with file preservation</a:t>
            </a:r>
          </a:p>
          <a:p/>
          <a:p>
            <a:r>
              <a:t>External Integration:</a:t>
            </a:r>
          </a:p>
          <a:p>
            <a:r>
              <a:t>• Web search and content fetching</a:t>
            </a:r>
          </a:p>
          <a:p>
            <a:r>
              <a:t>• Email sending (Apple Mail)</a:t>
            </a:r>
          </a:p>
          <a:p>
            <a:r>
              <a:t>• Calendar access (Apple Calendar)</a:t>
            </a:r>
          </a:p>
          <a:p>
            <a:r>
              <a:t>• Codebase analysis (Claude Code)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 Isolation:</a:t>
            </a:r>
          </a:p>
          <a:p>
            <a:r>
              <a:t>• Sandboxed Docker environment</a:t>
            </a:r>
          </a:p>
          <a:p>
            <a:r>
              <a:t>• No direct host filesystem access</a:t>
            </a:r>
          </a:p>
          <a:p>
            <a:r>
              <a:t>• Resource limits and constraints</a:t>
            </a:r>
          </a:p>
          <a:p>
            <a:r>
              <a:t>• Separate workspace per conversation</a:t>
            </a:r>
          </a:p>
          <a:p/>
          <a:p>
            <a:r>
              <a:t>Controlled Host Access:</a:t>
            </a:r>
          </a:p>
          <a:p>
            <a:r>
              <a:t>• Specific tools for host operations</a:t>
            </a:r>
          </a:p>
          <a:p>
            <a:r>
              <a:t>• Explicit permission boundaries</a:t>
            </a:r>
          </a:p>
          <a:p>
            <a:r>
              <a:t>• Read-only codebase analysis</a:t>
            </a:r>
          </a:p>
          <a:p/>
          <a:p>
            <a:r>
              <a:t>Data Protection:</a:t>
            </a:r>
          </a:p>
          <a:p>
            <a:r>
              <a:t>• Session-based isolation</a:t>
            </a:r>
          </a:p>
          <a:p>
            <a:r>
              <a:t>• No cross-conversation data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Input Processing</a:t>
            </a:r>
          </a:p>
          <a:p>
            <a:r>
              <a:t>   • Natural language parsing</a:t>
            </a:r>
          </a:p>
          <a:p>
            <a:r>
              <a:t>   • Intent recognition</a:t>
            </a:r>
          </a:p>
          <a:p>
            <a:r>
              <a:t>   • Context integration</a:t>
            </a:r>
          </a:p>
          <a:p/>
          <a:p>
            <a:r>
              <a:t>2. Planning &amp; Reasoning</a:t>
            </a:r>
          </a:p>
          <a:p>
            <a:r>
              <a:t>   • Task decomposition</a:t>
            </a:r>
          </a:p>
          <a:p>
            <a:r>
              <a:t>   • Tool selection logic</a:t>
            </a:r>
          </a:p>
          <a:p>
            <a:r>
              <a:t>   • Parameter extraction</a:t>
            </a:r>
          </a:p>
          <a:p/>
          <a:p>
            <a:r>
              <a:t>3. Execution</a:t>
            </a:r>
          </a:p>
          <a:p>
            <a:r>
              <a:t>   • Function invocation</a:t>
            </a:r>
          </a:p>
          <a:p>
            <a:r>
              <a:t>   • Result processing</a:t>
            </a:r>
          </a:p>
          <a:p>
            <a:r>
              <a:t>   • Error handling</a:t>
            </a:r>
          </a:p>
          <a:p/>
          <a:p>
            <a:r>
              <a:t>4. Response Generation</a:t>
            </a:r>
          </a:p>
          <a:p>
            <a:r>
              <a:t>   • Result synthesis</a:t>
            </a:r>
          </a:p>
          <a:p>
            <a:r>
              <a:t>   • Natural language formatting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&amp; Context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Conversation Context:</a:t>
            </a:r>
          </a:p>
          <a:p>
            <a:r>
              <a:t>• Full conversation history retention</a:t>
            </a:r>
          </a:p>
          <a:p>
            <a:r>
              <a:t>• Tool execution results tracking</a:t>
            </a:r>
          </a:p>
          <a:p>
            <a:r>
              <a:t>• Error and retry management</a:t>
            </a:r>
          </a:p>
          <a:p/>
          <a:p>
            <a:r>
              <a:t>User Memory System:</a:t>
            </a:r>
          </a:p>
          <a:p>
            <a:r>
              <a:t>• Persistent fact storage</a:t>
            </a:r>
          </a:p>
          <a:p>
            <a:r>
              <a:t>• Cross-conversation memory</a:t>
            </a:r>
          </a:p>
          <a:p>
            <a:r>
              <a:t>• User preference tracking</a:t>
            </a:r>
          </a:p>
          <a:p/>
          <a:p>
            <a:r>
              <a:t>Knowledge Base:</a:t>
            </a:r>
          </a:p>
          <a:p>
            <a:r>
              <a:t>• Training data up to January 2025</a:t>
            </a:r>
          </a:p>
          <a:p>
            <a:r>
              <a:t>• Real-time web search integration</a:t>
            </a:r>
          </a:p>
          <a:p>
            <a:r>
              <a:t>• Document analysis capabilities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Languages:</a:t>
            </a:r>
          </a:p>
          <a:p>
            <a:r>
              <a:t>• Python 3.12 - Primary scripting</a:t>
            </a:r>
          </a:p>
          <a:p>
            <a:r>
              <a:t>• JavaScript/Node.js - Web tools</a:t>
            </a:r>
          </a:p>
          <a:p>
            <a:r>
              <a:t>• Shell scripting - System operations</a:t>
            </a:r>
          </a:p>
          <a:p/>
          <a:p>
            <a:r>
              <a:t>Key Libraries:</a:t>
            </a:r>
          </a:p>
          <a:p>
            <a:r>
              <a:t>• python-pptx - Presentation creation</a:t>
            </a:r>
          </a:p>
          <a:p>
            <a:r>
              <a:t>• pandas - Data manipulation</a:t>
            </a:r>
          </a:p>
          <a:p>
            <a:r>
              <a:t>• Pillow - Image processing</a:t>
            </a:r>
          </a:p>
          <a:p>
            <a:r>
              <a:t>• markitdown - Document conversion</a:t>
            </a:r>
          </a:p>
          <a:p/>
          <a:p>
            <a:r>
              <a:t>Infrastructure:</a:t>
            </a:r>
          </a:p>
          <a:p>
            <a:r>
              <a:t>• Docker containerization</a:t>
            </a:r>
          </a:p>
          <a:p>
            <a:r>
              <a:t>• Linux-based execution environment</a:t>
            </a:r>
          </a:p>
          <a:p>
            <a:r>
              <a:t>• RESTful API interfaces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Response Generation:</a:t>
            </a:r>
          </a:p>
          <a:p>
            <a:r>
              <a:t>• Context-aware processing</a:t>
            </a:r>
          </a:p>
          <a:p>
            <a:r>
              <a:t>• Streaming response capability</a:t>
            </a:r>
          </a:p>
          <a:p>
            <a:r>
              <a:t>• Multi-turn conversation support</a:t>
            </a:r>
          </a:p>
          <a:p/>
          <a:p>
            <a:r>
              <a:t>Execution Limits:</a:t>
            </a:r>
          </a:p>
          <a:p>
            <a:r>
              <a:t>• 300-second default command timeout</a:t>
            </a:r>
          </a:p>
          <a:p>
            <a:r>
              <a:t>• 10-minute codebase analysis timeout</a:t>
            </a:r>
          </a:p>
          <a:p>
            <a:r>
              <a:t>• File size handling up to 10MB</a:t>
            </a:r>
          </a:p>
          <a:p/>
          <a:p>
            <a:r>
              <a:t>Optimization Features:</a:t>
            </a:r>
          </a:p>
          <a:p>
            <a:r>
              <a:t>• Parallel tool execution</a:t>
            </a:r>
          </a:p>
          <a:p>
            <a:r>
              <a:t>• Result caching within session</a:t>
            </a:r>
          </a:p>
          <a:p>
            <a:r>
              <a:t>• Efficient memory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Creation:</a:t>
            </a:r>
          </a:p>
          <a:p>
            <a:r>
              <a:t>• PowerPoint presentations</a:t>
            </a:r>
          </a:p>
          <a:p>
            <a:r>
              <a:t>• Technical reports</a:t>
            </a:r>
          </a:p>
          <a:p>
            <a:r>
              <a:t>• Data analysis documents</a:t>
            </a:r>
          </a:p>
          <a:p/>
          <a:p>
            <a:r>
              <a:t>Development Support:</a:t>
            </a:r>
          </a:p>
          <a:p>
            <a:r>
              <a:t>• Code writing and debugging</a:t>
            </a:r>
          </a:p>
          <a:p>
            <a:r>
              <a:t>• Codebase analysis</a:t>
            </a:r>
          </a:p>
          <a:p>
            <a:r>
              <a:t>• Script automation</a:t>
            </a:r>
          </a:p>
          <a:p/>
          <a:p>
            <a:r>
              <a:t>Productivity Tasks:</a:t>
            </a:r>
          </a:p>
          <a:p>
            <a:r>
              <a:t>• Email composition</a:t>
            </a:r>
          </a:p>
          <a:p>
            <a:r>
              <a:t>• Calendar management</a:t>
            </a:r>
          </a:p>
          <a:p>
            <a:r>
              <a:t>• File organization</a:t>
            </a:r>
          </a:p>
          <a:p/>
          <a:p>
            <a:r>
              <a:t>Information Processing:</a:t>
            </a:r>
          </a:p>
          <a:p>
            <a:r>
              <a:t>• Web research</a:t>
            </a:r>
          </a:p>
          <a:p>
            <a:r>
              <a:t>• Data extraction and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Flexibility:</a:t>
            </a:r>
          </a:p>
          <a:p>
            <a:r>
              <a:t>• Extensible tool framework</a:t>
            </a:r>
          </a:p>
          <a:p>
            <a:r>
              <a:t>• Multiple language support</a:t>
            </a:r>
          </a:p>
          <a:p>
            <a:r>
              <a:t>• Adaptable to various workflows</a:t>
            </a:r>
          </a:p>
          <a:p/>
          <a:p>
            <a:r>
              <a:t>Reliability:</a:t>
            </a:r>
          </a:p>
          <a:p>
            <a:r>
              <a:t>• Isolated execution environment</a:t>
            </a:r>
          </a:p>
          <a:p>
            <a:r>
              <a:t>• Error recovery mechanisms</a:t>
            </a:r>
          </a:p>
          <a:p>
            <a:r>
              <a:t>• Consistent performance</a:t>
            </a:r>
          </a:p>
          <a:p/>
          <a:p>
            <a:r>
              <a:t>Scalability:</a:t>
            </a:r>
          </a:p>
          <a:p>
            <a:r>
              <a:t>• Container-based architecture</a:t>
            </a:r>
          </a:p>
          <a:p>
            <a:r>
              <a:t>• Modular component design</a:t>
            </a:r>
          </a:p>
          <a:p>
            <a:r>
              <a:t>• Efficient resource utilization</a:t>
            </a:r>
          </a:p>
          <a:p/>
          <a:p>
            <a:r>
              <a:t>User Experience:</a:t>
            </a:r>
          </a:p>
          <a:p>
            <a:r>
              <a:t>• Natural language interface</a:t>
            </a:r>
          </a:p>
          <a:p>
            <a:r>
              <a:t>• Context-aware responses</a:t>
            </a:r>
          </a:p>
          <a:p>
            <a:r>
              <a:t>• Seamless tool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 Evan represents a sophisticated AI assistant architecture that:</a:t>
            </a:r>
          </a:p>
          <a:p/>
          <a:p>
            <a:r>
              <a:t>• Combines advanced language understanding with practical tool execution</a:t>
            </a:r>
          </a:p>
          <a:p/>
          <a:p>
            <a:r>
              <a:t>• Maintains security through containerized isolation</a:t>
            </a:r>
          </a:p>
          <a:p/>
          <a:p>
            <a:r>
              <a:t>• Provides comprehensive productivity capabilities</a:t>
            </a:r>
          </a:p>
          <a:p/>
          <a:p>
            <a:r>
              <a:t>• Integrates seamlessly with user workflows</a:t>
            </a:r>
          </a:p>
          <a:p/>
          <a:p>
            <a:r>
              <a:t>• Delivers consistent, reliable performance</a:t>
            </a:r>
          </a:p>
          <a:p/>
          <a:p>
            <a:r>
              <a:t>Built on Claude's foundation with custom enhancements by Jess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