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The Fascinating World of Fish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006699"/>
                </a:solidFill>
              </a:defRPr>
            </a:pPr>
            <a:r>
              <a:t>Exploring Aquatic Diversity and Adaptations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🐠 🐟 🐡 🦈 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a Fish?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/>
            </a:pPr>
            <a:r>
              <a:t>Aquatic Vertebrates</a:t>
            </a:r>
          </a:p>
          <a:p>
            <a:pPr lvl="1">
              <a:defRPr sz="1600"/>
            </a:pPr>
            <a:r>
              <a:t>Live in water throughout their lives</a:t>
            </a:r>
          </a:p>
          <a:p>
            <a:pPr lvl="1">
              <a:defRPr sz="1600"/>
            </a:pPr>
            <a:r>
              <a:t>Have a backbone (vertebrate)</a:t>
            </a:r>
          </a:p>
          <a:p>
            <a:pPr>
              <a:defRPr b="1" sz="2000"/>
            </a:pPr>
            <a:r>
              <a:t>Key Characteristics</a:t>
            </a:r>
          </a:p>
          <a:p>
            <a:pPr lvl="1">
              <a:defRPr sz="1600"/>
            </a:pPr>
            <a:r>
              <a:t>Breathe through gills</a:t>
            </a:r>
          </a:p>
          <a:p>
            <a:pPr lvl="1">
              <a:defRPr sz="1600"/>
            </a:pPr>
            <a:r>
              <a:t>Have fins for movement</a:t>
            </a:r>
          </a:p>
          <a:p>
            <a:pPr lvl="1">
              <a:defRPr sz="1600"/>
            </a:pPr>
            <a:r>
              <a:t>Most are cold-blooded (ectothermic)</a:t>
            </a:r>
          </a:p>
          <a:p>
            <a:pPr lvl="1">
              <a:defRPr sz="1600"/>
            </a:pPr>
            <a:r>
              <a:t>Bodies covered in scales (most species)</a:t>
            </a:r>
          </a:p>
          <a:p>
            <a:pPr>
              <a:defRPr b="1" sz="2000"/>
            </a:pPr>
            <a:r>
              <a:t>Incredible Diversity</a:t>
            </a:r>
          </a:p>
          <a:p>
            <a:pPr lvl="1">
              <a:defRPr sz="1600"/>
            </a:pPr>
            <a:r>
              <a:t>Over 34,000 known species</a:t>
            </a:r>
          </a:p>
          <a:p>
            <a:pPr lvl="1">
              <a:defRPr sz="1600"/>
            </a:pPr>
            <a:r>
              <a:t>Found in nearly every aquatic habitat</a:t>
            </a:r>
          </a:p>
          <a:p>
            <a:pPr lvl="1">
              <a:defRPr sz="1600"/>
            </a:pPr>
            <a:r>
              <a:t>Range from tiny gobies (8mm) to whale sharks (18m)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Groups of Fish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Jawless Fish (Agnatha)</a:t>
            </a:r>
          </a:p>
          <a:p>
            <a:pPr lvl="1">
              <a:defRPr sz="1600"/>
            </a:pPr>
            <a:r>
              <a:t>Most primitive group</a:t>
            </a:r>
          </a:p>
          <a:p>
            <a:pPr lvl="1">
              <a:defRPr sz="1600"/>
            </a:pPr>
            <a:r>
              <a:t>Examples: Lampreys and hagfish</a:t>
            </a:r>
          </a:p>
          <a:p>
            <a:pPr lvl="1">
              <a:defRPr sz="1600"/>
            </a:pPr>
            <a:r>
              <a:t>No paired fins or jaws</a:t>
            </a:r>
          </a:p>
          <a:p>
            <a:pPr>
              <a:defRPr b="1" sz="2000">
                <a:solidFill>
                  <a:srgbClr val="003366"/>
                </a:solidFill>
              </a:defRPr>
            </a:pPr>
            <a:r>
              <a:t>Cartilaginous Fish (Chondrichthyes)</a:t>
            </a:r>
          </a:p>
          <a:p>
            <a:pPr lvl="1">
              <a:defRPr sz="1600"/>
            </a:pPr>
            <a:r>
              <a:t>Skeleton made of cartilage</a:t>
            </a:r>
          </a:p>
          <a:p>
            <a:pPr lvl="1">
              <a:defRPr sz="1600"/>
            </a:pPr>
            <a:r>
              <a:t>Examples: Sharks, rays, and skates</a:t>
            </a:r>
          </a:p>
          <a:p>
            <a:pPr lvl="1">
              <a:defRPr sz="1600"/>
            </a:pPr>
            <a:r>
              <a:t>About 1,000 species</a:t>
            </a:r>
          </a:p>
          <a:p>
            <a:pPr>
              <a:defRPr b="1" sz="2000">
                <a:solidFill>
                  <a:srgbClr val="003366"/>
                </a:solidFill>
              </a:defRPr>
            </a:pPr>
            <a:r>
              <a:t>Bony Fish (Osteichthyes)</a:t>
            </a:r>
          </a:p>
          <a:p>
            <a:pPr lvl="1">
              <a:defRPr sz="1600"/>
            </a:pPr>
            <a:r>
              <a:t>Skeleton made of bone</a:t>
            </a:r>
          </a:p>
          <a:p>
            <a:pPr lvl="1">
              <a:defRPr sz="1600"/>
            </a:pPr>
            <a:r>
              <a:t>Largest group - over 30,000 species</a:t>
            </a:r>
          </a:p>
          <a:p>
            <a:pPr lvl="1">
              <a:defRPr sz="1600"/>
            </a:pPr>
            <a:r>
              <a:t>Includes most familiar fish: salmon, tuna, goldfish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Fish Anatomy &amp; Adaptations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Gills: Extract oxygen from water - incredibly efficient design</a:t>
            </a:r>
          </a:p>
          <a:p>
            <a:pPr>
              <a:defRPr b="1" sz="1600"/>
            </a:pPr>
            <a:r>
              <a:t>Swim Bladder: Gas-filled organ for buoyancy control (bony fish)</a:t>
            </a:r>
          </a:p>
          <a:p>
            <a:pPr>
              <a:defRPr b="1" sz="1600"/>
            </a:pPr>
            <a:r>
              <a:t>Lateral Line: Sensory system detecting water movement and pressure</a:t>
            </a:r>
          </a:p>
          <a:p>
            <a:pPr>
              <a:defRPr b="1" sz="1600"/>
            </a:pPr>
            <a:r>
              <a:t>Fins: Different types for different functions:</a:t>
            </a:r>
          </a:p>
          <a:p>
            <a:pPr lvl="1">
              <a:defRPr sz="1600"/>
            </a:pPr>
            <a:r>
              <a:t>• Dorsal &amp; anal fins: Stability</a:t>
            </a:r>
          </a:p>
          <a:p>
            <a:pPr lvl="1">
              <a:defRPr sz="1600"/>
            </a:pPr>
            <a:r>
              <a:t>• Pectoral &amp; pelvic fins: Steering and braking</a:t>
            </a:r>
          </a:p>
          <a:p>
            <a:pPr lvl="1">
              <a:defRPr sz="1600"/>
            </a:pPr>
            <a:r>
              <a:t>• Caudal fin (tail): Main propulsion</a:t>
            </a:r>
          </a:p>
          <a:p>
            <a:pPr>
              <a:defRPr b="1" sz="1600"/>
            </a:pPr>
            <a:r>
              <a:t>Scales: Protection and hydrodynamics - like natural armor</a:t>
            </a:r>
          </a:p>
          <a:p>
            <a:pPr>
              <a:defRPr b="1" sz="1600"/>
            </a:pPr>
            <a:r>
              <a:t>Specialized Features: Electric organs, bioluminescence, camouflage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Diverse Aquatic Habitats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Freshwater Environments</a:t>
            </a:r>
          </a:p>
          <a:p>
            <a:pPr lvl="1">
              <a:defRPr sz="1600"/>
            </a:pPr>
            <a:r>
              <a:t>Rivers and streams</a:t>
            </a:r>
          </a:p>
          <a:p>
            <a:pPr lvl="1">
              <a:defRPr sz="1600"/>
            </a:pPr>
            <a:r>
              <a:t>Lakes and ponds</a:t>
            </a:r>
          </a:p>
          <a:p>
            <a:pPr lvl="1">
              <a:defRPr sz="1600"/>
            </a:pPr>
            <a:r>
              <a:t>Wetlands and swamps</a:t>
            </a:r>
          </a:p>
          <a:p>
            <a:pPr lvl="1">
              <a:defRPr sz="1600"/>
            </a:pPr>
            <a:r>
              <a:t>Underground caves</a:t>
            </a:r>
          </a:p>
          <a:p>
            <a:pPr>
              <a:defRPr b="1" sz="2000">
                <a:solidFill>
                  <a:srgbClr val="003366"/>
                </a:solidFill>
              </a:defRPr>
            </a:pPr>
            <a:r>
              <a:t>Marine Environments</a:t>
            </a:r>
          </a:p>
          <a:p>
            <a:pPr lvl="1">
              <a:defRPr sz="1600"/>
            </a:pPr>
            <a:r>
              <a:t>Coral reefs - the rainforests of the sea</a:t>
            </a:r>
          </a:p>
          <a:p>
            <a:pPr lvl="1">
              <a:defRPr sz="1600"/>
            </a:pPr>
            <a:r>
              <a:t>Open ocean (pelagic zone)</a:t>
            </a:r>
          </a:p>
          <a:p>
            <a:pPr lvl="1">
              <a:defRPr sz="1600"/>
            </a:pPr>
            <a:r>
              <a:t>Deep sea - down to 11,000 meters</a:t>
            </a:r>
          </a:p>
          <a:p>
            <a:pPr lvl="1">
              <a:defRPr sz="1600"/>
            </a:pPr>
            <a:r>
              <a:t>Coastal waters and estuaries</a:t>
            </a:r>
          </a:p>
          <a:p>
            <a:pPr>
              <a:defRPr b="1" sz="2000">
                <a:solidFill>
                  <a:srgbClr val="003366"/>
                </a:solidFill>
              </a:defRPr>
            </a:pPr>
            <a:r>
              <a:t>Extreme Environments</a:t>
            </a:r>
          </a:p>
          <a:p>
            <a:pPr lvl="1">
              <a:defRPr sz="1600"/>
            </a:pPr>
            <a:r>
              <a:t>Arctic waters (antifreeze proteins)</a:t>
            </a:r>
          </a:p>
          <a:p>
            <a:pPr lvl="1">
              <a:defRPr sz="1600"/>
            </a:pPr>
            <a:r>
              <a:t>Hot springs (up to 44°C)</a:t>
            </a:r>
          </a:p>
          <a:p>
            <a:pPr lvl="1">
              <a:defRPr sz="1600"/>
            </a:pPr>
            <a:r>
              <a:t>Oxygen-poor waters</a:t>
            </a:r>
          </a:p>
          <a:p>
            <a:pPr lvl="1">
              <a:defRPr sz="1600"/>
            </a:pPr>
            <a:r>
              <a:t>Temporary pools (lungfish)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Remarkable Fish Species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🦈 Great White Shark</a:t>
            </a:r>
          </a:p>
          <a:p>
            <a:pPr lvl="1">
              <a:defRPr sz="1400" i="1"/>
            </a:pPr>
            <a:r>
              <a:t>Apex predator with 300 teeth, can detect blood from miles away</a:t>
            </a:r>
          </a:p>
          <a:p>
            <a:pPr>
              <a:defRPr b="1" sz="1800"/>
            </a:pPr>
            <a:r>
              <a:t>🐠 Clownfish</a:t>
            </a:r>
          </a:p>
          <a:p>
            <a:pPr lvl="1">
              <a:defRPr sz="1400" i="1"/>
            </a:pPr>
            <a:r>
              <a:t>Immune to sea anemone stings, all born male, can change to female</a:t>
            </a:r>
          </a:p>
          <a:p>
            <a:pPr>
              <a:defRPr b="1" sz="1800"/>
            </a:pPr>
            <a:r>
              <a:t>🐡 Pufferfish</a:t>
            </a:r>
          </a:p>
          <a:p>
            <a:pPr lvl="1">
              <a:defRPr sz="1400" i="1"/>
            </a:pPr>
            <a:r>
              <a:t>Can inflate to 3x normal size, contains deadly tetrodotoxin</a:t>
            </a:r>
          </a:p>
          <a:p>
            <a:pPr>
              <a:defRPr b="1" sz="1800"/>
            </a:pPr>
            <a:r>
              <a:t>⚡ Electric Eel</a:t>
            </a:r>
          </a:p>
          <a:p>
            <a:pPr lvl="1">
              <a:defRPr sz="1400" i="1"/>
            </a:pPr>
            <a:r>
              <a:t>Can generate 600 volts - enough to stun a horse</a:t>
            </a:r>
          </a:p>
          <a:p>
            <a:pPr>
              <a:defRPr b="1" sz="1800"/>
            </a:pPr>
            <a:r>
              <a:t>🌟 Anglerfish</a:t>
            </a:r>
          </a:p>
          <a:p>
            <a:pPr lvl="1">
              <a:defRPr sz="1400" i="1"/>
            </a:pPr>
            <a:r>
              <a:t>Uses bioluminescent lure, extreme sexual dimorphism</a:t>
            </a:r>
          </a:p>
          <a:p>
            <a:pPr>
              <a:defRPr b="1" sz="1800"/>
            </a:pPr>
            <a:r>
              <a:t>🐟 Coelacanth</a:t>
            </a:r>
          </a:p>
          <a:p>
            <a:pPr lvl="1">
              <a:defRPr sz="1400" i="1"/>
            </a:pPr>
            <a:r>
              <a:t>Living fossil - thought extinct for 66 million years</a:t>
            </a:r>
          </a:p>
          <a:p>
            <a:pPr>
              <a:defRPr b="1" sz="1800"/>
            </a:pPr>
            <a:r>
              <a:t>🎨 Mandarin Fish</a:t>
            </a:r>
          </a:p>
          <a:p>
            <a:pPr lvl="1">
              <a:defRPr sz="1400" i="1"/>
            </a:pPr>
            <a:r>
              <a:t>No scales, covered in toxic mucus, spectacular colors</a:t>
            </a:r>
          </a:p>
          <a:p>
            <a:pPr>
              <a:defRPr b="1" sz="1800"/>
            </a:pPr>
            <a:r>
              <a:t>🏔️ Antarctic Icefish</a:t>
            </a:r>
          </a:p>
          <a:p>
            <a:pPr lvl="1">
              <a:defRPr sz="1400" i="1"/>
            </a:pPr>
            <a:r>
              <a:t>No red blood cells - clear blood with antifreeze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Fascinating Fish Behaviors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• Schooling: Thousands move as one - protection and efficiency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• Migration: Salmon travel thousands of miles to spawn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• Communication: Through colors, sounds, electrical signals, and chemicals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• Parental Care: Seahorses: males carry eggs; Cichlids: mouth brooders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• Hunting Strategies: Archerfish shoot water jets; Anglerfish use lures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• Symbiosis: Cleaner fish provide spa services to larger fish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• Tool Use: Some wrasses use rocks to crack open shells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• Sleep Patterns: Parrotfish create mucus sleeping bags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Fish Matter to Our Planet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>
                <a:solidFill>
                  <a:srgbClr val="006633"/>
                </a:solidFill>
              </a:defRPr>
            </a:pPr>
            <a:r>
              <a:t>Food Web Foundation</a:t>
            </a:r>
          </a:p>
          <a:p>
            <a:pPr lvl="1">
              <a:defRPr sz="1600"/>
            </a:pPr>
            <a:r>
              <a:t>Key link in aquatic food chains</a:t>
            </a:r>
          </a:p>
          <a:p>
            <a:pPr lvl="1">
              <a:defRPr sz="1600"/>
            </a:pPr>
            <a:r>
              <a:t>Feed billions of people worldwide</a:t>
            </a:r>
          </a:p>
          <a:p>
            <a:pPr lvl="1">
              <a:defRPr sz="1600"/>
            </a:pPr>
            <a:r>
              <a:t>Support entire ecosystems</a:t>
            </a:r>
          </a:p>
          <a:p>
            <a:pPr>
              <a:defRPr b="1" sz="2000">
                <a:solidFill>
                  <a:srgbClr val="006633"/>
                </a:solidFill>
              </a:defRPr>
            </a:pPr>
            <a:r>
              <a:t>Environmental Services</a:t>
            </a:r>
          </a:p>
          <a:p>
            <a:pPr lvl="1">
              <a:defRPr sz="1600"/>
            </a:pPr>
            <a:r>
              <a:t>Nutrient cycling in water bodies</a:t>
            </a:r>
          </a:p>
          <a:p>
            <a:pPr lvl="1">
              <a:defRPr sz="1600"/>
            </a:pPr>
            <a:r>
              <a:t>Coral reef maintenance (herbivorous fish)</a:t>
            </a:r>
          </a:p>
          <a:p>
            <a:pPr lvl="1">
              <a:defRPr sz="1600"/>
            </a:pPr>
            <a:r>
              <a:t>Seed dispersal in flooded forests</a:t>
            </a:r>
          </a:p>
          <a:p>
            <a:pPr lvl="1">
              <a:defRPr sz="1600"/>
            </a:pPr>
            <a:r>
              <a:t>Bioturbation - mixing sediments</a:t>
            </a:r>
          </a:p>
          <a:p>
            <a:pPr>
              <a:defRPr b="1" sz="2000">
                <a:solidFill>
                  <a:srgbClr val="006633"/>
                </a:solidFill>
              </a:defRPr>
            </a:pPr>
            <a:r>
              <a:t>Economic Value</a:t>
            </a:r>
          </a:p>
          <a:p>
            <a:pPr lvl="1">
              <a:defRPr sz="1600"/>
            </a:pPr>
            <a:r>
              <a:t>Commercial fishing: $150+ billion annually</a:t>
            </a:r>
          </a:p>
          <a:p>
            <a:pPr lvl="1">
              <a:defRPr sz="1600"/>
            </a:pPr>
            <a:r>
              <a:t>Recreational fishing and tourism</a:t>
            </a:r>
          </a:p>
          <a:p>
            <a:pPr lvl="1">
              <a:defRPr sz="1600"/>
            </a:pPr>
            <a:r>
              <a:t>Aquarium trade and ornamental fish</a:t>
            </a:r>
          </a:p>
          <a:p>
            <a:pPr>
              <a:defRPr b="1" sz="2000">
                <a:solidFill>
                  <a:srgbClr val="006633"/>
                </a:solidFill>
              </a:defRPr>
            </a:pPr>
            <a:r>
              <a:t>Scientific &amp; Medical Benefits</a:t>
            </a:r>
          </a:p>
          <a:p>
            <a:pPr lvl="1">
              <a:defRPr sz="1600"/>
            </a:pPr>
            <a:r>
              <a:t>Model organisms for research</a:t>
            </a:r>
          </a:p>
          <a:p>
            <a:pPr lvl="1">
              <a:defRPr sz="1600"/>
            </a:pPr>
            <a:r>
              <a:t>Source of omega-3 fatty acids</a:t>
            </a:r>
          </a:p>
          <a:p>
            <a:pPr lvl="1">
              <a:defRPr sz="1600"/>
            </a:pPr>
            <a:r>
              <a:t>Potential medicines from fish compounds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Conservation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000">
                <a:solidFill>
                  <a:srgbClr val="990000"/>
                </a:solidFill>
              </a:defRPr>
            </a:pPr>
            <a:r>
              <a:t>Major Threats</a:t>
            </a:r>
          </a:p>
          <a:p>
            <a:pPr lvl="1">
              <a:defRPr sz="1600"/>
            </a:pPr>
            <a:r>
              <a:t>Overfishing and bycatch</a:t>
            </a:r>
          </a:p>
          <a:p>
            <a:pPr lvl="1">
              <a:defRPr sz="1600"/>
            </a:pPr>
            <a:r>
              <a:t>Habitat destruction (coral reefs, mangroves)</a:t>
            </a:r>
          </a:p>
          <a:p>
            <a:pPr lvl="1">
              <a:defRPr sz="1600"/>
            </a:pPr>
            <a:r>
              <a:t>Pollution (plastics, chemicals, noise)</a:t>
            </a:r>
          </a:p>
          <a:p>
            <a:pPr lvl="1">
              <a:defRPr sz="1600"/>
            </a:pPr>
            <a:r>
              <a:t>Climate change and ocean acidification</a:t>
            </a:r>
          </a:p>
          <a:p>
            <a:pPr lvl="1">
              <a:defRPr sz="1600"/>
            </a:pPr>
            <a:r>
              <a:t>Invasive species</a:t>
            </a:r>
          </a:p>
          <a:p>
            <a:pPr>
              <a:defRPr b="1" sz="2000">
                <a:solidFill>
                  <a:srgbClr val="006633"/>
                </a:solidFill>
              </a:defRPr>
            </a:pPr>
            <a:r>
              <a:t>Conservation Efforts</a:t>
            </a:r>
          </a:p>
          <a:p>
            <a:pPr lvl="1">
              <a:defRPr sz="1600"/>
            </a:pPr>
            <a:r>
              <a:t>Marine Protected Areas (MPAs)</a:t>
            </a:r>
          </a:p>
          <a:p>
            <a:pPr lvl="1">
              <a:defRPr sz="1600"/>
            </a:pPr>
            <a:r>
              <a:t>Sustainable fishing practices</a:t>
            </a:r>
          </a:p>
          <a:p>
            <a:pPr lvl="1">
              <a:defRPr sz="1600"/>
            </a:pPr>
            <a:r>
              <a:t>Habitat restoration projects</a:t>
            </a:r>
          </a:p>
          <a:p>
            <a:pPr lvl="1">
              <a:defRPr sz="1600"/>
            </a:pPr>
            <a:r>
              <a:t>Captive breeding programs</a:t>
            </a:r>
          </a:p>
          <a:p>
            <a:pPr lvl="1">
              <a:defRPr sz="1600"/>
            </a:pPr>
            <a:r>
              <a:t>International agreements and regulations</a:t>
            </a:r>
          </a:p>
          <a:p>
            <a:pPr>
              <a:defRPr b="1" sz="2000">
                <a:solidFill>
                  <a:srgbClr val="003366"/>
                </a:solidFill>
              </a:defRPr>
            </a:pPr>
            <a:r>
              <a:t>How You Can Help</a:t>
            </a:r>
          </a:p>
          <a:p>
            <a:pPr lvl="1">
              <a:defRPr sz="1600"/>
            </a:pPr>
            <a:r>
              <a:t>Choose sustainable seafood</a:t>
            </a:r>
          </a:p>
          <a:p>
            <a:pPr lvl="1">
              <a:defRPr sz="1600"/>
            </a:pPr>
            <a:r>
              <a:t>Reduce plastic use</a:t>
            </a:r>
          </a:p>
          <a:p>
            <a:pPr lvl="1">
              <a:defRPr sz="1600"/>
            </a:pPr>
            <a:r>
              <a:t>Support conservation organizations</a:t>
            </a:r>
          </a:p>
          <a:p>
            <a:pPr lvl="1">
              <a:defRPr sz="1600"/>
            </a:pPr>
            <a:r>
              <a:t>Learn and share knowledge</a:t>
            </a:r>
          </a:p>
          <a:p>
            <a:pPr lvl="1">
              <a:defRPr sz="1600"/>
            </a:pPr>
            <a:r>
              <a:t>Participate in citizen science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Amazing Fish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🎯 Fish have been on Earth for over 500 million years</a:t>
            </a:r>
          </a:p>
          <a:p>
            <a:pPr>
              <a:defRPr sz="1600"/>
            </a:pPr>
            <a:r>
              <a:t>👁️ Four-eyed fish (Anableps) can see above and below water simultaneously</a:t>
            </a:r>
          </a:p>
          <a:p>
            <a:pPr>
              <a:defRPr sz="1600"/>
            </a:pPr>
            <a:r>
              <a:t>💡 Over 1,500 fish species can produce light (bioluminescence)</a:t>
            </a:r>
          </a:p>
          <a:p>
            <a:pPr>
              <a:defRPr sz="1600"/>
            </a:pPr>
            <a:r>
              <a:t>🏃 Sailfish can swim up to 68 mph - fastest fish in the ocean</a:t>
            </a:r>
          </a:p>
          <a:p>
            <a:pPr>
              <a:defRPr sz="1600"/>
            </a:pPr>
            <a:r>
              <a:t>🎨 Fish can see ultraviolet and polarized light invisible to humans</a:t>
            </a:r>
          </a:p>
          <a:p>
            <a:pPr>
              <a:defRPr sz="1600"/>
            </a:pPr>
            <a:r>
              <a:t>💤 Some sharks must swim constantly to breathe</a:t>
            </a:r>
          </a:p>
          <a:p>
            <a:pPr>
              <a:defRPr sz="1600"/>
            </a:pPr>
            <a:r>
              <a:t>🧠 Fish can recognize human faces and have demonstrated tool use</a:t>
            </a:r>
          </a:p>
          <a:p>
            <a:pPr>
              <a:defRPr sz="1600"/>
            </a:pPr>
            <a:r>
              <a:t>🌡️ Polar fish have antifreeze proteins in their blood</a:t>
            </a:r>
          </a:p>
          <a:p>
            <a:pPr>
              <a:defRPr sz="1600"/>
            </a:pPr>
            <a:r>
              <a:t>📏 The smallest fish (Paedocypris) is only 7.9mm long</a:t>
            </a:r>
          </a:p>
          <a:p>
            <a:pPr>
              <a:defRPr sz="1600"/>
            </a:pPr>
            <a:r>
              <a:t>⏰ Koi fish can live over 200 years</a:t>
            </a:r>
          </a:p>
          <a:p>
            <a:pPr>
              <a:defRPr sz="1600"/>
            </a:pPr>
            <a:r>
              <a:t>🗣️ Fish communicate through grunts, croaks, and drumming sounds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The Underwater World Awaits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006633"/>
                </a:solidFill>
              </a:defRPr>
            </a:pPr>
            <a:r>
              <a:t>Fish represent one of nature's greatest success stories</a:t>
            </a:r>
          </a:p>
          <a:p>
            <a:pPr algn="ctr">
              <a:defRPr sz="1800"/>
            </a:pPr>
          </a:p>
          <a:p>
            <a:pPr algn="ctr">
              <a:defRPr sz="1800">
                <a:solidFill>
                  <a:srgbClr val="003366"/>
                </a:solidFill>
              </a:defRPr>
            </a:pPr>
            <a:r>
              <a:t>From the smallest goby to the mighty whale shark, each species plays a vital role in our planet's aquatic ecosystems</a:t>
            </a:r>
          </a:p>
          <a:p>
            <a:pPr algn="ctr">
              <a:defRPr sz="1800"/>
            </a:pPr>
          </a:p>
          <a:p>
            <a:pPr algn="ctr">
              <a:defRPr sz="1800" i="1">
                <a:solidFill>
                  <a:srgbClr val="006699"/>
                </a:solidFill>
              </a:defRPr>
            </a:pPr>
            <a:r>
              <a:t>By understanding and protecting fish, we preserve the health of our oceans, rivers, and lakes for future generations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/>
            </a:pPr>
            <a:r>
              <a:t>🌊 🐠 🐟 🐡 🦈 🐙 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