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0054A4"/>
                </a:solidFill>
              </a:defRPr>
            </a:pPr>
            <a:r>
              <a:t>Fish: Life Under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Key Facts About Fish</a:t>
            </a:r>
          </a:p>
          <a:p>
            <a:pPr>
              <a:spcAft>
                <a:spcPts val="800"/>
              </a:spcAft>
              <a:defRPr sz="1400"/>
            </a:pPr>
            <a:r>
              <a:t>• Over 34,000 species worldwide</a:t>
            </a:r>
          </a:p>
          <a:p>
            <a:pPr>
              <a:spcAft>
                <a:spcPts val="800"/>
              </a:spcAft>
              <a:defRPr sz="1400"/>
            </a:pPr>
            <a:r>
              <a:t>• Breathe through gills</a:t>
            </a:r>
          </a:p>
          <a:p>
            <a:pPr>
              <a:spcAft>
                <a:spcPts val="800"/>
              </a:spcAft>
              <a:defRPr sz="1400"/>
            </a:pPr>
            <a:r>
              <a:t>• Cold-blooded vertebrates</a:t>
            </a:r>
          </a:p>
          <a:p>
            <a:pPr>
              <a:spcAft>
                <a:spcPts val="800"/>
              </a:spcAft>
              <a:defRPr sz="1400"/>
            </a:pPr>
            <a:r>
              <a:t>• Live in freshwater and saltwater</a:t>
            </a:r>
          </a:p>
          <a:p>
            <a:pPr>
              <a:spcAft>
                <a:spcPts val="800"/>
              </a:spcAft>
              <a:defRPr sz="1400"/>
            </a:pPr>
            <a:r>
              <a:t>• First appeared 530 million years ago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000000"/>
                </a:solidFill>
              </a:defRPr>
            </a:pPr>
            <a:r>
              <a:t>Amazing Features</a:t>
            </a:r>
          </a:p>
          <a:p>
            <a:pPr>
              <a:spcAft>
                <a:spcPts val="800"/>
              </a:spcAft>
              <a:defRPr sz="1400"/>
            </a:pPr>
            <a:r>
              <a:t>• Lateral line system detects vibrations</a:t>
            </a:r>
          </a:p>
          <a:p>
            <a:pPr>
              <a:spcAft>
                <a:spcPts val="800"/>
              </a:spcAft>
              <a:defRPr sz="1400"/>
            </a:pPr>
            <a:r>
              <a:t>• Some fish can change colors</a:t>
            </a:r>
          </a:p>
          <a:p>
            <a:pPr>
              <a:spcAft>
                <a:spcPts val="800"/>
              </a:spcAft>
              <a:defRPr sz="1400"/>
            </a:pPr>
            <a:r>
              <a:t>• Sharks have cartilage instead of bones</a:t>
            </a:r>
          </a:p>
          <a:p>
            <a:pPr>
              <a:spcAft>
                <a:spcPts val="800"/>
              </a:spcAft>
              <a:defRPr sz="1400"/>
            </a:pPr>
            <a:r>
              <a:t>• Many species migrate thousands of miles</a:t>
            </a:r>
          </a:p>
          <a:p>
            <a:pPr>
              <a:spcAft>
                <a:spcPts val="800"/>
              </a:spcAft>
              <a:defRPr sz="1400"/>
            </a:pPr>
            <a:r>
              <a:t>• Some deep-sea fish produce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 i="1">
                <a:solidFill>
                  <a:srgbClr val="0054A4"/>
                </a:solidFill>
              </a:defRPr>
            </a:pPr>
            <a:r>
              <a:t>🐠 Fun Fact: The largest fish is the whale shark, reaching up to 40 feet long! 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