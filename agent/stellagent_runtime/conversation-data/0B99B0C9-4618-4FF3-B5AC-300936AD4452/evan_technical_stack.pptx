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Agent Evan 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Architecture, Capabilities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Created by Jess Solutions Incorporated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Agent Evan is a productivity-focused AI assistant built on advanced language model architecture</a:t>
            </a:r>
          </a:p>
          <a:p>
            <a:pPr>
              <a:defRPr sz="1600"/>
            </a:pPr>
            <a:r>
              <a:t>• Based on Claude architecture by Anthropic</a:t>
            </a:r>
          </a:p>
          <a:p>
            <a:pPr>
              <a:defRPr sz="1600"/>
            </a:pPr>
            <a:r>
              <a:t>• Specialized for computer control and automation</a:t>
            </a:r>
          </a:p>
          <a:p>
            <a:pPr>
              <a:defRPr sz="1600"/>
            </a:pPr>
            <a:r>
              <a:t>• Operates in sandboxed Linux container environment</a:t>
            </a:r>
          </a:p>
          <a:p>
            <a:pPr>
              <a:defRPr sz="1600"/>
            </a:pPr>
            <a:r>
              <a:t>• Integrates with host machine for specific tasks</a:t>
            </a:r>
          </a:p>
          <a:p>
            <a:pPr>
              <a:defRPr sz="1600"/>
            </a:pPr>
            <a:r>
              <a:t>• Knowledge cutoff: January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Foundation Model</a:t>
            </a:r>
          </a:p>
          <a:p>
            <a:pPr lvl="1">
              <a:defRPr sz="1600"/>
            </a:pPr>
            <a:r>
              <a:t>• Claude-based large language model</a:t>
            </a:r>
          </a:p>
          <a:p>
            <a:pPr lvl="1">
              <a:defRPr sz="1600"/>
            </a:pPr>
            <a:r>
              <a:t>• Advanced natural language understanding</a:t>
            </a:r>
          </a:p>
          <a:p>
            <a:br/>
            <a:pPr>
              <a:defRPr sz="2000" b="1"/>
            </a:pPr>
            <a:r>
              <a:t>Execution Environment</a:t>
            </a:r>
          </a:p>
          <a:p>
            <a:pPr lvl="1">
              <a:defRPr sz="1600"/>
            </a:pPr>
            <a:r>
              <a:t>• Docker containerized Linux (Ubuntu 24.04)</a:t>
            </a:r>
          </a:p>
          <a:p>
            <a:pPr lvl="1">
              <a:defRPr sz="1600"/>
            </a:pPr>
            <a:r>
              <a:t>• Isolated workspace at /mnt directory</a:t>
            </a:r>
          </a:p>
          <a:p>
            <a:pPr lvl="1">
              <a:defRPr sz="1600"/>
            </a:pPr>
            <a:r>
              <a:t>• Persistent container per conversation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Tool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Container Tools</a:t>
            </a:r>
          </a:p>
          <a:p>
            <a:pPr lvl="1">
              <a:defRPr sz="1400"/>
            </a:pPr>
            <a:r>
              <a:t>• ZSH command execution</a:t>
            </a:r>
          </a:p>
          <a:p>
            <a:pPr lvl="1">
              <a:defRPr sz="1400"/>
            </a:pPr>
            <a:r>
              <a:t>• File management &amp; editing</a:t>
            </a:r>
          </a:p>
          <a:p>
            <a:br/>
            <a:pPr>
              <a:defRPr sz="1800" b="1"/>
            </a:pPr>
            <a:r>
              <a:t>Host Machine Tools</a:t>
            </a:r>
          </a:p>
          <a:p>
            <a:pPr lvl="1">
              <a:defRPr sz="1400"/>
            </a:pPr>
            <a:r>
              <a:t>• Calendar integration (Apple Calendar)</a:t>
            </a:r>
          </a:p>
          <a:p>
            <a:pPr lvl="1">
              <a:defRPr sz="1400"/>
            </a:pPr>
            <a:r>
              <a:t>• Email sending (Apple Mail)</a:t>
            </a:r>
          </a:p>
          <a:p>
            <a:pPr lvl="1">
              <a:defRPr sz="1400"/>
            </a:pPr>
            <a:r>
              <a:t>• Codebase analysis (Claude Code)</a:t>
            </a:r>
          </a:p>
          <a:p>
            <a:br/>
            <a:pPr>
              <a:defRPr sz="1800" b="1"/>
            </a:pPr>
            <a:r>
              <a:t>Web &amp; Information Tools</a:t>
            </a:r>
          </a:p>
          <a:p>
            <a:pPr lvl="1">
              <a:defRPr sz="1400"/>
            </a:pPr>
            <a:r>
              <a:t>• Web search and content fetching</a:t>
            </a:r>
          </a:p>
          <a:p>
            <a:pPr lvl="1">
              <a:defRPr sz="1400"/>
            </a:pPr>
            <a:r>
              <a:t>• Image viewing and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Container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Operating System</a:t>
            </a:r>
          </a:p>
          <a:p>
            <a:pPr lvl="1">
              <a:defRPr sz="1400"/>
            </a:pPr>
            <a:r>
              <a:t>• Ubuntu 24.04 LTS with ZSH shell</a:t>
            </a:r>
          </a:p>
          <a:p>
            <a:br/>
            <a:pPr>
              <a:defRPr sz="1800" b="1"/>
            </a:pPr>
            <a:r>
              <a:t>Programming Languages</a:t>
            </a:r>
          </a:p>
          <a:p>
            <a:pPr lvl="1">
              <a:defRPr sz="1400"/>
            </a:pPr>
            <a:r>
              <a:t>• Python 3.12 (NumPy, Pandas, Matplotlib, python-pptx)</a:t>
            </a:r>
          </a:p>
          <a:p>
            <a:pPr lvl="1">
              <a:defRPr sz="1400"/>
            </a:pPr>
            <a:r>
              <a:t>• Node.js 18.x (pptxgenjs, markitdown)</a:t>
            </a:r>
          </a:p>
          <a:p>
            <a:br/>
            <a:pPr>
              <a:defRPr sz="1800" b="1"/>
            </a:pPr>
            <a:r>
              <a:t>Document Processing</a:t>
            </a:r>
          </a:p>
          <a:p>
            <a:pPr lvl="1">
              <a:defRPr sz="1400"/>
            </a:pPr>
            <a:r>
              <a:t>• Pandoc for format conversion</a:t>
            </a:r>
          </a:p>
          <a:p>
            <a:pPr lvl="1">
              <a:defRPr sz="1400"/>
            </a:pPr>
            <a:r>
              <a:t>• LibreOffice for document manipulation</a:t>
            </a:r>
          </a:p>
          <a:p>
            <a:pPr lvl="1">
              <a:defRPr sz="1400"/>
            </a:pPr>
            <a:r>
              <a:t>• ImageMagick for image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Development &amp; Coding</a:t>
            </a:r>
          </a:p>
          <a:p>
            <a:pPr lvl="1">
              <a:defRPr sz="1400"/>
            </a:pPr>
            <a:r>
              <a:t>• Write, execute, and debug code</a:t>
            </a:r>
          </a:p>
          <a:p>
            <a:pPr lvl="1">
              <a:defRPr sz="1400"/>
            </a:pPr>
            <a:r>
              <a:t>• Analyze existing codebases</a:t>
            </a:r>
          </a:p>
          <a:p>
            <a:br/>
            <a:pPr>
              <a:defRPr sz="1800" b="1"/>
            </a:pPr>
            <a:r>
              <a:t>Document Creation</a:t>
            </a:r>
          </a:p>
          <a:p>
            <a:pPr lvl="1">
              <a:defRPr sz="1400"/>
            </a:pPr>
            <a:r>
              <a:t>• Generate presentations (PowerPoint)</a:t>
            </a:r>
          </a:p>
          <a:p>
            <a:pPr lvl="1">
              <a:defRPr sz="1400"/>
            </a:pPr>
            <a:r>
              <a:t>• Create reports and documentation</a:t>
            </a:r>
          </a:p>
          <a:p>
            <a:br/>
            <a:pPr>
              <a:defRPr sz="1800" b="1"/>
            </a:pPr>
            <a:r>
              <a:t>Productivity Management</a:t>
            </a:r>
          </a:p>
          <a:p>
            <a:pPr lvl="1">
              <a:defRPr sz="1400"/>
            </a:pPr>
            <a:r>
              <a:t>• Calendar event retrieval</a:t>
            </a:r>
          </a:p>
          <a:p>
            <a:pPr lvl="1">
              <a:defRPr sz="1400"/>
            </a:pPr>
            <a:r>
              <a:t>• Email composition and sending</a:t>
            </a:r>
          </a:p>
          <a:p>
            <a:br/>
            <a:pPr>
              <a:defRPr sz="1800" b="1"/>
            </a:pPr>
            <a:r>
              <a:t>Information Processing</a:t>
            </a:r>
          </a:p>
          <a:p>
            <a:pPr lvl="1">
              <a:defRPr sz="1400"/>
            </a:pPr>
            <a:r>
              <a:t>• Web search and content analysis</a:t>
            </a:r>
          </a:p>
          <a:p>
            <a:pPr lvl="1">
              <a:defRPr sz="1400"/>
            </a:pPr>
            <a:r>
              <a:t>• Image viewing and interpretation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Security &amp;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Container Isolation</a:t>
            </a:r>
          </a:p>
          <a:p>
            <a:pPr lvl="1">
              <a:defRPr sz="1400"/>
            </a:pPr>
            <a:r>
              <a:t>• Docker containerization for process isolation</a:t>
            </a:r>
          </a:p>
          <a:p>
            <a:pPr lvl="1">
              <a:defRPr sz="1400"/>
            </a:pPr>
            <a:r>
              <a:t>• Separate workspace per conversation</a:t>
            </a:r>
          </a:p>
          <a:p>
            <a:pPr lvl="1">
              <a:defRPr sz="1400"/>
            </a:pPr>
            <a:r>
              <a:t>• No direct host filesystem access</a:t>
            </a:r>
          </a:p>
          <a:p>
            <a:br/>
            <a:pPr>
              <a:defRPr sz="1800" b="1"/>
            </a:pPr>
            <a:r>
              <a:t>Controlled Host Access</a:t>
            </a:r>
          </a:p>
          <a:p>
            <a:pPr lvl="1">
              <a:defRPr sz="1400"/>
            </a:pPr>
            <a:r>
              <a:t>• Limited to specific approved tools</a:t>
            </a:r>
          </a:p>
          <a:p>
            <a:pPr lvl="1">
              <a:defRPr sz="1400"/>
            </a:pPr>
            <a:r>
              <a:t>• Read-only calendar access</a:t>
            </a:r>
          </a:p>
          <a:p>
            <a:pPr lvl="1">
              <a:defRPr sz="1400"/>
            </a:pPr>
            <a:r>
              <a:t>• Explicit user authorization for emails</a:t>
            </a:r>
          </a:p>
          <a:p>
            <a:br/>
            <a:pPr>
              <a:defRPr sz="1800" b="1"/>
            </a:pPr>
            <a:r>
              <a:t>Data Protection</a:t>
            </a:r>
          </a:p>
          <a:p>
            <a:pPr lvl="1">
              <a:defRPr sz="1400"/>
            </a:pPr>
            <a:r>
              <a:t>• Copyright compliance in web searches</a:t>
            </a:r>
          </a:p>
          <a:p>
            <a:pPr lvl="1">
              <a:defRPr sz="1400"/>
            </a:pPr>
            <a:r>
              <a:t>• User fact storage with consent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File Transfer</a:t>
            </a:r>
          </a:p>
          <a:p>
            <a:pPr lvl="1">
              <a:defRPr sz="1400"/>
            </a:pPr>
            <a:r>
              <a:t>• conversation_data/ folder for user downloads</a:t>
            </a:r>
          </a:p>
          <a:p>
            <a:pPr lvl="1">
              <a:defRPr sz="1400"/>
            </a:pPr>
            <a:r>
              <a:t>• Direct file submission to users</a:t>
            </a:r>
          </a:p>
          <a:p>
            <a:br/>
            <a:pPr>
              <a:defRPr sz="1800" b="1"/>
            </a:pPr>
            <a:r>
              <a:t>Tool Orchestration</a:t>
            </a:r>
          </a:p>
          <a:p>
            <a:pPr lvl="1">
              <a:defRPr sz="1400"/>
            </a:pPr>
            <a:r>
              <a:t>• Function calling through XML protocol</a:t>
            </a:r>
          </a:p>
          <a:p>
            <a:pPr lvl="1">
              <a:defRPr sz="1400"/>
            </a:pPr>
            <a:r>
              <a:t>• Parallel tool execution capability</a:t>
            </a:r>
          </a:p>
          <a:p>
            <a:pPr lvl="1">
              <a:defRPr sz="1400"/>
            </a:pPr>
            <a:r>
              <a:t>• Error handling and recovery</a:t>
            </a:r>
          </a:p>
          <a:p>
            <a:br/>
            <a:pPr>
              <a:defRPr sz="1800" b="1"/>
            </a:pPr>
            <a:r>
              <a:t>Memory &amp; Context</a:t>
            </a:r>
          </a:p>
          <a:p>
            <a:pPr lvl="1">
              <a:defRPr sz="1400"/>
            </a:pPr>
            <a:r>
              <a:t>• User fact remembering system</a:t>
            </a:r>
          </a:p>
          <a:p>
            <a:pPr lvl="1">
              <a:defRPr sz="1400"/>
            </a:pPr>
            <a:r>
              <a:t>• Conversation context maintenance</a:t>
            </a:r>
          </a:p>
          <a:p>
            <a:pPr lvl="1">
              <a:defRPr sz="1400"/>
            </a:pPr>
            <a:r>
              <a:t>• Citation and source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Primary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Software Development</a:t>
            </a:r>
          </a:p>
          <a:p>
            <a:pPr lvl="1">
              <a:defRPr sz="1400"/>
            </a:pPr>
            <a:r>
              <a:t>• Code generation and debugging</a:t>
            </a:r>
          </a:p>
          <a:p>
            <a:pPr lvl="1">
              <a:defRPr sz="1400"/>
            </a:pPr>
            <a:r>
              <a:t>• Project structure analysis</a:t>
            </a:r>
          </a:p>
          <a:p>
            <a:br/>
            <a:pPr>
              <a:defRPr sz="1800" b="1"/>
            </a:pPr>
            <a:r>
              <a:t>Document Automation</a:t>
            </a:r>
          </a:p>
          <a:p>
            <a:pPr lvl="1">
              <a:defRPr sz="1400"/>
            </a:pPr>
            <a:r>
              <a:t>• Presentation creation</a:t>
            </a:r>
          </a:p>
          <a:p>
            <a:pPr lvl="1">
              <a:defRPr sz="1400"/>
            </a:pPr>
            <a:r>
              <a:t>• Report generation</a:t>
            </a:r>
          </a:p>
          <a:p>
            <a:br/>
            <a:pPr>
              <a:defRPr sz="1800" b="1"/>
            </a:pPr>
            <a:r>
              <a:t>Productivity Enhancement</a:t>
            </a:r>
          </a:p>
          <a:p>
            <a:pPr lvl="1">
              <a:defRPr sz="1400"/>
            </a:pPr>
            <a:r>
              <a:t>• Task automation</a:t>
            </a:r>
          </a:p>
          <a:p>
            <a:pPr lvl="1">
              <a:defRPr sz="1400"/>
            </a:pPr>
            <a:r>
              <a:t>• Email and calendar management</a:t>
            </a:r>
          </a:p>
          <a:p>
            <a:br/>
            <a:pPr>
              <a:defRPr sz="1800" b="1"/>
            </a:pPr>
            <a:r>
              <a:t>Research &amp; Analysis</a:t>
            </a:r>
          </a:p>
          <a:p>
            <a:pPr lvl="1">
              <a:defRPr sz="1400"/>
            </a:pPr>
            <a:r>
              <a:t>• Web research and summarization</a:t>
            </a:r>
          </a:p>
          <a:p>
            <a:pPr lvl="1">
              <a:defRPr sz="1400"/>
            </a:pPr>
            <a:r>
              <a:t>• Data processing and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Agent Evan combines:</a:t>
            </a:r>
          </a:p>
          <a:p>
            <a:br/>
            <a:pPr>
              <a:defRPr sz="1600"/>
            </a:pPr>
            <a:r>
              <a:t>• Advanced language understanding (Claude architecture)</a:t>
            </a:r>
          </a:p>
          <a:p>
            <a:br/>
            <a:pPr>
              <a:defRPr sz="1600"/>
            </a:pPr>
            <a:r>
              <a:t>• Secure containerized execution environment</a:t>
            </a:r>
          </a:p>
          <a:p>
            <a:br/>
            <a:pPr>
              <a:defRPr sz="1600"/>
            </a:pPr>
            <a:r>
              <a:t>• Rich tool ecosystem for productivity</a:t>
            </a:r>
          </a:p>
          <a:p>
            <a:br/>
            <a:pPr>
              <a:defRPr sz="1600"/>
            </a:pPr>
            <a:r>
              <a:t>• Seamless integration with host systems</a:t>
            </a:r>
          </a:p>
          <a:p>
            <a:br/>
            <a:pPr>
              <a:defRPr sz="1600"/>
            </a:pPr>
            <a:r>
              <a:t>• Focus on practical task automation</a:t>
            </a:r>
          </a:p>
          <a:p>
            <a:br/>
            <a:br/>
            <a:pPr>
              <a:defRPr sz="1800" i="1"/>
            </a:pPr>
            <a:r>
              <a:t>Designed to enhance productivity through intelligent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