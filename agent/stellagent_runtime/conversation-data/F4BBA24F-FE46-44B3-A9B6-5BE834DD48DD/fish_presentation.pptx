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The World of Fish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Introduction to Aquatic Life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Fish?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Cold-blooded vertebrates that live in water</a:t>
            </a:r>
          </a:p>
          <a:p>
            <a:r>
              <a:t>• Breathe through gills</a:t>
            </a:r>
          </a:p>
          <a:p>
            <a:r>
              <a:t>• Have fins for swimming</a:t>
            </a:r>
          </a:p>
          <a:p>
            <a:r>
              <a:t>• Most have scales covering their bodies</a:t>
            </a:r>
          </a:p>
          <a:p>
            <a:r>
              <a:t>• Over 34,000 known species worldwide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Main Types of Fish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Bony Fish (Osteichthyes)</a:t>
            </a:r>
          </a:p>
          <a:p>
            <a:r>
              <a:t>• Make up 96% of all fish species</a:t>
            </a:r>
          </a:p>
          <a:p>
            <a:r>
              <a:t>• Examples: Salmon, Tuna, Goldfish</a:t>
            </a:r>
          </a:p>
          <a:p/>
          <a:p>
            <a:r>
              <a:t>Cartilaginous Fish (Chondrichthyes)</a:t>
            </a:r>
          </a:p>
          <a:p>
            <a:r>
              <a:t>• Skeletons made of cartilage</a:t>
            </a:r>
          </a:p>
          <a:p>
            <a:r>
              <a:t>• Examples: Sharks, Rays, Skates</a:t>
            </a:r>
          </a:p>
          <a:p/>
          <a:p>
            <a:r>
              <a:t>Jawless Fish (Agnatha)</a:t>
            </a:r>
          </a:p>
          <a:p>
            <a:r>
              <a:t>• Most primitive type</a:t>
            </a:r>
          </a:p>
          <a:p>
            <a:r>
              <a:t>• Examples: Lampreys, Hagfish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Fish Habitats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Freshwater Environments</a:t>
            </a:r>
          </a:p>
          <a:p>
            <a:r>
              <a:t>• Rivers and streams</a:t>
            </a:r>
          </a:p>
          <a:p>
            <a:r>
              <a:t>• Lakes and ponds</a:t>
            </a:r>
          </a:p>
          <a:p>
            <a:r>
              <a:t>• About 41% of fish species</a:t>
            </a:r>
          </a:p>
          <a:p/>
          <a:p>
            <a:r>
              <a:t>Saltwater Environments</a:t>
            </a:r>
          </a:p>
          <a:p>
            <a:r>
              <a:t>• Oceans</a:t>
            </a:r>
          </a:p>
          <a:p>
            <a:r>
              <a:t>• Coral reefs</a:t>
            </a:r>
          </a:p>
          <a:p>
            <a:r>
              <a:t>• Deep sea trenches</a:t>
            </a:r>
          </a:p>
          <a:p>
            <a:r>
              <a:t>• About 58% of fish species</a:t>
            </a:r>
          </a:p>
          <a:p/>
          <a:p>
            <a:r>
              <a:t>Brackish Water</a:t>
            </a:r>
          </a:p>
          <a:p>
            <a:r>
              <a:t>• Where freshwater meets saltwater</a:t>
            </a:r>
          </a:p>
          <a:p>
            <a:r>
              <a:t>• Estuaries and mangroves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Fish Anatomy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External Features:</a:t>
            </a:r>
          </a:p>
          <a:p>
            <a:r>
              <a:t>• Fins - for movement and stability</a:t>
            </a:r>
          </a:p>
          <a:p>
            <a:r>
              <a:t>• Scales - for protection</a:t>
            </a:r>
          </a:p>
          <a:p>
            <a:r>
              <a:t>• Lateral line - detects vibrations</a:t>
            </a:r>
          </a:p>
          <a:p>
            <a:r>
              <a:t>• Eyes - vision adapted to water</a:t>
            </a:r>
          </a:p>
          <a:p/>
          <a:p>
            <a:r>
              <a:t>Internal Features:</a:t>
            </a:r>
          </a:p>
          <a:p>
            <a:r>
              <a:t>• Gills - extract oxygen from water</a:t>
            </a:r>
          </a:p>
          <a:p>
            <a:r>
              <a:t>• Swim bladder - controls buoyancy</a:t>
            </a:r>
          </a:p>
          <a:p>
            <a:r>
              <a:t>• Heart - two-chambered pump</a:t>
            </a:r>
          </a:p>
          <a:p>
            <a:r>
              <a:t>• Simple digestive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Amazing Fish 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whale shark is the largest fish (up to 40 feet long)</a:t>
            </a:r>
          </a:p>
          <a:p/>
          <a:p>
            <a:r>
              <a:t>• The dwarf pygmy goby is the smallest (8mm long)</a:t>
            </a:r>
          </a:p>
          <a:p/>
          <a:p>
            <a:r>
              <a:t>• Some fish can change their gender</a:t>
            </a:r>
          </a:p>
          <a:p/>
          <a:p>
            <a:r>
              <a:t>• Electric eels can generate 600 volts</a:t>
            </a:r>
          </a:p>
          <a:p/>
          <a:p>
            <a:r>
              <a:t>• Fish have been on Earth for over 500 million years</a:t>
            </a:r>
          </a:p>
          <a:p/>
          <a:p>
            <a:r>
              <a:t>• Some deep-sea fish produce their own light</a:t>
            </a:r>
          </a:p>
          <a:p/>
          <a:p>
            <a:r>
              <a:t>• A school of fish can contain millions of individuals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Fish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Ecological Importance:</a:t>
            </a:r>
          </a:p>
          <a:p>
            <a:r>
              <a:t>• Key part of aquatic food chains</a:t>
            </a:r>
          </a:p>
          <a:p>
            <a:r>
              <a:t>• Help maintain ecosystem balance</a:t>
            </a:r>
          </a:p>
          <a:p>
            <a:r>
              <a:t>• Nutrient cycling in water bodies</a:t>
            </a:r>
          </a:p>
          <a:p/>
          <a:p>
            <a:r>
              <a:t>Economic Importance:</a:t>
            </a:r>
          </a:p>
          <a:p>
            <a:r>
              <a:t>• Food source for billions of people</a:t>
            </a:r>
          </a:p>
          <a:p>
            <a:r>
              <a:t>• Commercial and recreational fishing</a:t>
            </a:r>
          </a:p>
          <a:p>
            <a:r>
              <a:t>• Aquarium trade</a:t>
            </a:r>
          </a:p>
          <a:p/>
          <a:p>
            <a:r>
              <a:t>Scientific Importance:</a:t>
            </a:r>
          </a:p>
          <a:p>
            <a:r>
              <a:t>• Medical research</a:t>
            </a:r>
          </a:p>
          <a:p>
            <a:r>
              <a:t>• Environmental indicators</a:t>
            </a:r>
          </a:p>
          <a:p>
            <a:r>
              <a:t>• Evolutionary studies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