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003087"/>
                </a:solidFill>
              </a:defRPr>
            </a:pPr>
            <a:r>
              <a:t>The Fascinating World of Fish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0077C8"/>
                </a:solidFill>
              </a:defRPr>
            </a:pPr>
            <a:r>
              <a:t>A Deep Dive into Aquatic Life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Fish Special?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 34,000 species of fish exist worldwide</a:t>
            </a:r>
          </a:p>
          <a:p/>
          <a:p>
            <a:r>
              <a:t>• Fish were the first vertebrates with backbones</a:t>
            </a:r>
          </a:p>
          <a:p/>
          <a:p>
            <a:r>
              <a:t>• They've existed for more than 500 million years</a:t>
            </a:r>
          </a:p>
          <a:p/>
          <a:p>
            <a:r>
              <a:t>• Fish can be found in nearly every aquatic environment</a:t>
            </a:r>
          </a:p>
          <a:p/>
          <a:p>
            <a:r>
              <a:t>• From tiny gobies (8mm) to massive whale sharks (12m)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Incredible Fish Adaptations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🐟 Lateral Line System</a:t>
            </a:r>
          </a:p>
          <a:p>
            <a:r>
              <a:t>• Detects vibrations and water movement</a:t>
            </a:r>
          </a:p>
          <a:p/>
          <a:p>
            <a:r>
              <a:t>🫧 Swim Bladders</a:t>
            </a:r>
          </a:p>
          <a:p>
            <a:r>
              <a:t>• Control buoyancy without constant swimming</a:t>
            </a:r>
          </a:p>
          <a:p/>
          <a:p>
            <a:r>
              <a:t>👁️ 360° Vision</a:t>
            </a:r>
          </a:p>
          <a:p>
            <a:r>
              <a:t>• Most fish can see in all directions simultaneously</a:t>
            </a:r>
          </a:p>
          <a:p/>
          <a:p>
            <a:r>
              <a:t>🌡️ Cold-Blooded Masters</a:t>
            </a:r>
          </a:p>
          <a:p>
            <a:r>
              <a:t>• Body temperature matches their environment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Sea Light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Anglerfish</a:t>
            </a:r>
          </a:p>
          <a:p>
            <a:r>
              <a:t>• Uses a glowing lure to attract prey</a:t>
            </a:r>
          </a:p>
          <a:p>
            <a:r>
              <a:t>• Lives in complete darkness up to 1,500m deep</a:t>
            </a:r>
          </a:p>
          <a:p/>
          <a:p>
            <a:r>
              <a:t>Lanternfish</a:t>
            </a:r>
          </a:p>
          <a:p>
            <a:r>
              <a:t>• Most abundant vertebrates on Earth</a:t>
            </a:r>
          </a:p>
          <a:p>
            <a:r>
              <a:t>• Create their own light for communication</a:t>
            </a:r>
          </a:p>
          <a:p/>
          <a:p>
            <a:r>
              <a:t>Flashlight Fish</a:t>
            </a:r>
          </a:p>
          <a:p>
            <a:r>
              <a:t>• Have light organs under their eyes</a:t>
            </a:r>
          </a:p>
          <a:p>
            <a:r>
              <a:t>• Can 'turn off' their lights by covering them with skin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Ocean's Speed Champions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🥇 Black Marlin</a:t>
            </a:r>
          </a:p>
          <a:p>
            <a:r>
              <a:t>• Top speed: 82 mph (132 km/h)</a:t>
            </a:r>
          </a:p>
          <a:p/>
          <a:p>
            <a:r>
              <a:t>🥈 Sailfish</a:t>
            </a:r>
          </a:p>
          <a:p>
            <a:r>
              <a:t>• Top speed: 68 mph (110 km/h)</a:t>
            </a:r>
          </a:p>
          <a:p>
            <a:r>
              <a:t>• Distinctive sail-like dorsal fin</a:t>
            </a:r>
          </a:p>
          <a:p/>
          <a:p>
            <a:r>
              <a:t>🥉 Swordfish</a:t>
            </a:r>
          </a:p>
          <a:p>
            <a:r>
              <a:t>• Top speed: 60 mph (97 km/h)</a:t>
            </a:r>
          </a:p>
          <a:p>
            <a:r>
              <a:t>• Uses its 'sword' to slash prey</a:t>
            </a:r>
          </a:p>
          <a:p/>
          <a:p>
            <a:r>
              <a:t>⚡ Mako Shark</a:t>
            </a:r>
          </a:p>
          <a:p>
            <a:r>
              <a:t>• Top speed: 46 mph (74 km/h)</a:t>
            </a:r>
          </a:p>
          <a:p>
            <a:r>
              <a:t>• Can leap 20 feet out of water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Nature's Most Unusual Fish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Blobfish</a:t>
            </a:r>
          </a:p>
          <a:p>
            <a:r>
              <a:t>• Gelatinous body with no muscles</a:t>
            </a:r>
          </a:p>
          <a:p>
            <a:r>
              <a:t>• Lives at depths where pressure is 120x surface level</a:t>
            </a:r>
          </a:p>
          <a:p/>
          <a:p>
            <a:r>
              <a:t>Leafy Sea Dragon</a:t>
            </a:r>
          </a:p>
          <a:p>
            <a:r>
              <a:t>• Master of camouflage</a:t>
            </a:r>
          </a:p>
          <a:p>
            <a:r>
              <a:t>• Looks exactly like floating seaweed</a:t>
            </a:r>
          </a:p>
          <a:p/>
          <a:p>
            <a:r>
              <a:t>Mandarin Fish</a:t>
            </a:r>
          </a:p>
          <a:p>
            <a:r>
              <a:t>• No scales, covered in toxic mucus</a:t>
            </a:r>
          </a:p>
          <a:p>
            <a:r>
              <a:t>• One of only two vertebrates with blue pigmentation</a:t>
            </a:r>
          </a:p>
          <a:p/>
          <a:p>
            <a:r>
              <a:t>Boxfish</a:t>
            </a:r>
          </a:p>
          <a:p>
            <a:r>
              <a:t>• Cube-shaped body armor</a:t>
            </a:r>
          </a:p>
          <a:p>
            <a:r>
              <a:t>• Releases deadly toxins when threatened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Smarter Than You Think!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🧠 Problem Solving</a:t>
            </a:r>
          </a:p>
          <a:p>
            <a:r>
              <a:t>• Archerfish calculate physics to shoot water at insects</a:t>
            </a:r>
          </a:p>
          <a:p>
            <a:r>
              <a:t>• Tuskfish use rocks as tools to crack shells</a:t>
            </a:r>
          </a:p>
          <a:p/>
          <a:p>
            <a:r>
              <a:t>🎯 Memory</a:t>
            </a:r>
          </a:p>
          <a:p>
            <a:r>
              <a:t>• Goldfish can remember things for at least 3 months</a:t>
            </a:r>
          </a:p>
          <a:p>
            <a:r>
              <a:t>• Some fish recognize human faces</a:t>
            </a:r>
          </a:p>
          <a:p/>
          <a:p>
            <a:r>
              <a:t>👥 Social Intelligence</a:t>
            </a:r>
          </a:p>
          <a:p>
            <a:r>
              <a:t>• Cleaner fish run 'cleaning stations' with regular clients</a:t>
            </a:r>
          </a:p>
          <a:p>
            <a:r>
              <a:t>• Groupers team up with eels for cooperative hunting</a:t>
            </a:r>
          </a:p>
          <a:p/>
          <a:p>
            <a:r>
              <a:t>🗺️ Navigation</a:t>
            </a:r>
          </a:p>
          <a:p>
            <a:r>
              <a:t>• Salmon return to exact birthplace after years at sea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Protecting Our Finned Friends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Threats:</a:t>
            </a:r>
          </a:p>
          <a:p>
            <a:r>
              <a:t>• Overfishing affects 90% of fish stocks</a:t>
            </a:r>
          </a:p>
          <a:p>
            <a:r>
              <a:t>• Ocean acidification from climate change</a:t>
            </a:r>
          </a:p>
          <a:p>
            <a:r>
              <a:t>• Plastic pollution kills millions annually</a:t>
            </a:r>
          </a:p>
          <a:p>
            <a:r>
              <a:t>• Habitat destruction in coral reefs and rivers</a:t>
            </a:r>
          </a:p>
          <a:p/>
          <a:p>
            <a:r>
              <a:t>How You Can Help:</a:t>
            </a:r>
          </a:p>
          <a:p>
            <a:r>
              <a:t>• Choose sustainable seafood</a:t>
            </a:r>
          </a:p>
          <a:p>
            <a:r>
              <a:t>• Reduce plastic use</a:t>
            </a:r>
          </a:p>
          <a:p>
            <a:r>
              <a:t>• Support marine protected areas</a:t>
            </a:r>
          </a:p>
          <a:p>
            <a:r>
              <a:t>• Learn and share knowledge about fish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Mind-Blowing Fish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🎵 Fish can be noisy! Drums, croakers, and grunts are named after their sounds</a:t>
            </a:r>
          </a:p>
          <a:p/>
          <a:p>
            <a:r>
              <a:t>😴 Parrotfish sleep in mucus bubbles for protection</a:t>
            </a:r>
          </a:p>
          <a:p/>
          <a:p>
            <a:r>
              <a:t>🔄 Some fish can change gender during their lifetime</a:t>
            </a:r>
          </a:p>
          <a:p/>
          <a:p>
            <a:r>
              <a:t>❄️ Antarctic icefish have antifreeze proteins in their blood</a:t>
            </a:r>
          </a:p>
          <a:p/>
          <a:p>
            <a:r>
              <a:t>👑 A group of goldfish is called a 'troubling'</a:t>
            </a:r>
          </a:p>
          <a:p/>
          <a:p>
            <a:r>
              <a:t>💪 Electric eels can generate 600 volts of electricity</a:t>
            </a:r>
          </a:p>
          <a:p/>
          <a:p>
            <a:r>
              <a:t>🎨 Cuttlefish can create moving patterns on their skin like LED displays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Ocean's Endless Wonders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Fish have survived mass extinctions, evolved incredible abilities, and continue to surprise scientists with new discoveries.</a:t>
            </a:r>
          </a:p>
          <a:p/>
          <a:p>
            <a:r>
              <a:t>From the smallest reef dwellers to the giants of the deep, fish showcase nature's creativity and resilience.</a:t>
            </a:r>
          </a:p>
          <a:p/>
          <a:p>
            <a:r>
              <a:t>Next time you see a fish, remember:</a:t>
            </a:r>
          </a:p>
          <a:p>
            <a:r>
              <a:t>You're looking at a member of Earth's most successful and diverse group of vertebrates!</a:t>
            </a:r>
          </a:p>
          <a:p/>
          <a:p>
            <a:r>
              <a:t>🐠 Thank you for diving deep with us! 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